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5"/>
  </p:notesMasterIdLst>
  <p:sldIdLst>
    <p:sldId id="1013" r:id="rId5"/>
    <p:sldId id="256" r:id="rId6"/>
    <p:sldId id="257" r:id="rId7"/>
    <p:sldId id="1007" r:id="rId8"/>
    <p:sldId id="1008" r:id="rId9"/>
    <p:sldId id="1009" r:id="rId10"/>
    <p:sldId id="1010" r:id="rId11"/>
    <p:sldId id="1011" r:id="rId12"/>
    <p:sldId id="1012" r:id="rId13"/>
    <p:sldId id="1014" r:id="rId14"/>
  </p:sldIdLst>
  <p:sldSz cx="12192000" cy="6858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DAC0E0"/>
    <a:srgbClr val="0D0D0D"/>
    <a:srgbClr val="927C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8F50DD-796D-42D6-BA69-3EF638BBEA7A}" v="7" dt="2026-08-13T18:16:01.4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400" d="100"/>
          <a:sy n="400" d="100"/>
        </p:scale>
        <p:origin x="-10542" y="-45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n Pang" userId="a83e7de39d0e1b83" providerId="LiveId" clId="{5B332EF9-78D9-49B8-9FD8-F16A6B02990C}"/>
    <pc:docChg chg="modSld">
      <pc:chgData name="Simon Pang" userId="a83e7de39d0e1b83" providerId="LiveId" clId="{5B332EF9-78D9-49B8-9FD8-F16A6B02990C}" dt="2026-08-13T18:15:35.287" v="1" actId="113"/>
      <pc:docMkLst>
        <pc:docMk/>
      </pc:docMkLst>
      <pc:sldChg chg="modSp">
        <pc:chgData name="Simon Pang" userId="a83e7de39d0e1b83" providerId="LiveId" clId="{5B332EF9-78D9-49B8-9FD8-F16A6B02990C}" dt="2026-08-13T18:14:59.198" v="0" actId="113"/>
        <pc:sldMkLst>
          <pc:docMk/>
          <pc:sldMk cId="1014271366" sldId="1009"/>
        </pc:sldMkLst>
        <pc:graphicFrameChg chg="mod">
          <ac:chgData name="Simon Pang" userId="a83e7de39d0e1b83" providerId="LiveId" clId="{5B332EF9-78D9-49B8-9FD8-F16A6B02990C}" dt="2026-08-13T18:14:59.198" v="0" actId="113"/>
          <ac:graphicFrameMkLst>
            <pc:docMk/>
            <pc:sldMk cId="1014271366" sldId="1009"/>
            <ac:graphicFrameMk id="4" creationId="{F24AA01C-70A4-DA64-E893-09ACFA2E4B34}"/>
          </ac:graphicFrameMkLst>
        </pc:graphicFrameChg>
      </pc:sldChg>
      <pc:sldChg chg="modSp">
        <pc:chgData name="Simon Pang" userId="a83e7de39d0e1b83" providerId="LiveId" clId="{5B332EF9-78D9-49B8-9FD8-F16A6B02990C}" dt="2026-08-13T18:15:35.287" v="1" actId="113"/>
        <pc:sldMkLst>
          <pc:docMk/>
          <pc:sldMk cId="2828135002" sldId="1010"/>
        </pc:sldMkLst>
        <pc:graphicFrameChg chg="mod">
          <ac:chgData name="Simon Pang" userId="a83e7de39d0e1b83" providerId="LiveId" clId="{5B332EF9-78D9-49B8-9FD8-F16A6B02990C}" dt="2026-08-13T18:15:35.287" v="1" actId="113"/>
          <ac:graphicFrameMkLst>
            <pc:docMk/>
            <pc:sldMk cId="2828135002" sldId="1010"/>
            <ac:graphicFrameMk id="4" creationId="{9D76347D-8278-E59E-7515-18B0275921A6}"/>
          </ac:graphicFrameMkLst>
        </pc:graphicFrame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hyperlink" Target="https://play.google.com/books/reader?id=tLZ3EAAAQBAJ&amp;pg=GBS.PA197&amp;hl=en&amp;q=The+gospel+is+the+announcement" TargetMode="External"/></Relationships>
</file>

<file path=ppt/diagrams/_rels/data2.xml.rels><?xml version="1.0" encoding="UTF-8" standalone="yes"?>
<Relationships xmlns="http://schemas.openxmlformats.org/package/2006/relationships"><Relationship Id="rId1" Type="http://schemas.openxmlformats.org/officeDocument/2006/relationships/hyperlink" Target="https://play.google.com/books/reader?id=tLZ3EAAAQBAJ&amp;pg=GBS.PA197&amp;hl=en&amp;q=news+is+summarized" TargetMode="External"/></Relationships>
</file>

<file path=ppt/diagrams/_rels/data3.xml.rels><?xml version="1.0" encoding="UTF-8" standalone="yes"?>
<Relationships xmlns="http://schemas.openxmlformats.org/package/2006/relationships"><Relationship Id="rId1" Type="http://schemas.openxmlformats.org/officeDocument/2006/relationships/hyperlink" Target="https://play.google.com/books/reader?id=tLZ3EAAAQBAJ&amp;pg=GBS.PA197&amp;hl=en&amp;q=By+God%E2%80%99s+grace+from+start+to+finish" TargetMode="External"/></Relationships>
</file>

<file path=ppt/diagrams/_rels/data4.xml.rels><?xml version="1.0" encoding="UTF-8" standalone="yes"?>
<Relationships xmlns="http://schemas.openxmlformats.org/package/2006/relationships"><Relationship Id="rId1" Type="http://schemas.openxmlformats.org/officeDocument/2006/relationships/hyperlink" Target="https://play.google.com/books/reader?id=tLZ3EAAAQBAJ&amp;pg=GBS.PA197&amp;hl=en&amp;q=nonbelievers+who+are+in+darkness" TargetMode="External"/></Relationships>
</file>

<file path=ppt/diagrams/_rels/data5.xml.rels><?xml version="1.0" encoding="UTF-8" standalone="yes"?>
<Relationships xmlns="http://schemas.openxmlformats.org/package/2006/relationships"><Relationship Id="rId1" Type="http://schemas.openxmlformats.org/officeDocument/2006/relationships/hyperlink" Target="https://play.google.com/books/reader?id=tLZ3EAAAQBAJ&amp;pg=GBS.PA197&amp;hl=en&amp;q=actions+in+the+lives+of+those+on+the+margins"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play.google.com/books/reader?id=tLZ3EAAAQBAJ&amp;pg=GBS.PA197&amp;hl=en&amp;q=The+gospel+is+the+announcement" TargetMode="External"/></Relationships>
</file>

<file path=ppt/diagrams/_rels/drawing2.xml.rels><?xml version="1.0" encoding="UTF-8" standalone="yes"?>
<Relationships xmlns="http://schemas.openxmlformats.org/package/2006/relationships"><Relationship Id="rId1" Type="http://schemas.openxmlformats.org/officeDocument/2006/relationships/hyperlink" Target="https://play.google.com/books/reader?id=tLZ3EAAAQBAJ&amp;pg=GBS.PA197&amp;hl=en&amp;q=news+is+summarized" TargetMode="External"/></Relationships>
</file>

<file path=ppt/diagrams/_rels/drawing3.xml.rels><?xml version="1.0" encoding="UTF-8" standalone="yes"?>
<Relationships xmlns="http://schemas.openxmlformats.org/package/2006/relationships"><Relationship Id="rId1" Type="http://schemas.openxmlformats.org/officeDocument/2006/relationships/hyperlink" Target="https://play.google.com/books/reader?id=tLZ3EAAAQBAJ&amp;pg=GBS.PA197&amp;hl=en&amp;q=By+God%E2%80%99s+grace+from+start+to+finish" TargetMode="External"/></Relationships>
</file>

<file path=ppt/diagrams/_rels/drawing4.xml.rels><?xml version="1.0" encoding="UTF-8" standalone="yes"?>
<Relationships xmlns="http://schemas.openxmlformats.org/package/2006/relationships"><Relationship Id="rId1" Type="http://schemas.openxmlformats.org/officeDocument/2006/relationships/hyperlink" Target="https://play.google.com/books/reader?id=tLZ3EAAAQBAJ&amp;pg=GBS.PA197&amp;hl=en&amp;q=nonbelievers+who+are+in+darkness" TargetMode="External"/></Relationships>
</file>

<file path=ppt/diagrams/_rels/drawing5.xml.rels><?xml version="1.0" encoding="UTF-8" standalone="yes"?>
<Relationships xmlns="http://schemas.openxmlformats.org/package/2006/relationships"><Relationship Id="rId1" Type="http://schemas.openxmlformats.org/officeDocument/2006/relationships/hyperlink" Target="https://play.google.com/books/reader?id=tLZ3EAAAQBAJ&amp;pg=GBS.PA197&amp;hl=en&amp;q=actions+in+the+lives+of+those+on+the+margins"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B89CFB-9A03-4FA0-A88D-D11B4EB53A7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7415072-C50E-4061-BD43-E3A2C7196491}">
      <dgm:prSet phldrT="[Text]" phldr="0"/>
      <dgm:spPr/>
      <dgm:t>
        <a:bodyPr/>
        <a:lstStyle/>
        <a:p>
          <a:pPr algn="l"/>
          <a:r>
            <a:rPr lang="en-US" b="0" dirty="0"/>
            <a:t>“</a:t>
          </a:r>
          <a:r>
            <a:rPr lang="en-US" b="1" dirty="0">
              <a:hlinkClick xmlns:r="http://schemas.openxmlformats.org/officeDocument/2006/relationships" r:id="rId1"/>
            </a:rPr>
            <a:t>The gospel is the announcement </a:t>
          </a:r>
          <a:r>
            <a:rPr lang="en-US" b="0" dirty="0">
              <a:hlinkClick xmlns:r="http://schemas.openxmlformats.org/officeDocument/2006/relationships" r:id="rId1"/>
            </a:rPr>
            <a:t>or proclamation of Jesus as the long-awaited Messiah of Israel’s hope who through his life, death, burial, resurrection, and ascension conquers sin and death—personal, systemic—in order to unleash the redemption of God—that is, the kingdom of God, for the transformation of humans and systems.</a:t>
          </a:r>
          <a:r>
            <a:rPr lang="en-US" b="0" dirty="0"/>
            <a:t>”(28)</a:t>
          </a:r>
        </a:p>
        <a:p>
          <a:pPr algn="l"/>
          <a:r>
            <a:rPr lang="en-US" i="1" dirty="0"/>
            <a:t>Implicit:</a:t>
          </a:r>
          <a:br>
            <a:rPr lang="en-US" i="1" dirty="0"/>
          </a:br>
          <a:r>
            <a:rPr lang="en-US" i="1" dirty="0"/>
            <a:t>1) The gospel is an announcement, which content includes:</a:t>
          </a:r>
          <a:br>
            <a:rPr lang="en-US" i="1" dirty="0"/>
          </a:br>
          <a:r>
            <a:rPr lang="en-US" i="1" dirty="0"/>
            <a:t>2) Jesus is the long-awaited Messiah/King(37)</a:t>
          </a:r>
          <a:br>
            <a:rPr lang="en-US" i="1" dirty="0"/>
          </a:br>
          <a:r>
            <a:rPr lang="en-US" i="1" dirty="0"/>
            <a:t>3) Jesus conquers sin and death – personal and systemic</a:t>
          </a:r>
          <a:br>
            <a:rPr lang="en-US" i="1" dirty="0"/>
          </a:br>
          <a:r>
            <a:rPr lang="en-US" i="1" dirty="0"/>
            <a:t>4) The means of this conquest is his life, death, burial and resurrection.</a:t>
          </a:r>
        </a:p>
        <a:p>
          <a:pPr algn="l"/>
          <a:r>
            <a:rPr lang="en-US" i="1" dirty="0"/>
            <a:t>5) The whole purpose is to unleash the redemption of God</a:t>
          </a:r>
        </a:p>
        <a:p>
          <a:pPr algn="l"/>
          <a:r>
            <a:rPr lang="en-US" i="1" dirty="0"/>
            <a:t>6) The redemption of God is equivalent to the kingdom of God, which purpose is to transform human and system.</a:t>
          </a:r>
        </a:p>
      </dgm:t>
    </dgm:pt>
    <dgm:pt modelId="{D64918E6-F117-4903-9F5B-854698D155BF}" type="parTrans" cxnId="{7224D279-2521-4E9F-88BB-DF3584F287CE}">
      <dgm:prSet/>
      <dgm:spPr/>
      <dgm:t>
        <a:bodyPr/>
        <a:lstStyle/>
        <a:p>
          <a:pPr algn="l"/>
          <a:endParaRPr lang="en-US"/>
        </a:p>
      </dgm:t>
    </dgm:pt>
    <dgm:pt modelId="{70E6E90E-7C7E-4D3D-92BD-75AD74983515}" type="sibTrans" cxnId="{7224D279-2521-4E9F-88BB-DF3584F287CE}">
      <dgm:prSet/>
      <dgm:spPr/>
      <dgm:t>
        <a:bodyPr/>
        <a:lstStyle/>
        <a:p>
          <a:pPr algn="l"/>
          <a:endParaRPr lang="en-US"/>
        </a:p>
      </dgm:t>
    </dgm:pt>
    <dgm:pt modelId="{74CDB080-DAC8-40C1-B772-4D334292CC26}">
      <dgm:prSet phldrT="[Text]" phldr="0"/>
      <dgm:spPr/>
      <dgm:t>
        <a:bodyPr/>
        <a:lstStyle/>
        <a:p>
          <a:pPr algn="l"/>
          <a:r>
            <a:rPr lang="en-US" dirty="0"/>
            <a:t>“</a:t>
          </a:r>
          <a:r>
            <a:rPr lang="en-US" b="1" dirty="0"/>
            <a:t>The solution Jesus offers to the Galileans and Judeans of his day was the kingdom</a:t>
          </a:r>
          <a:r>
            <a:rPr lang="en-US" dirty="0"/>
            <a:t> … More than one hundred times this word is found in the Synoptic Gospels, even if it is rendered into ‘life’ and ‘eternal life’ in the Fourth Gospel.”(28)</a:t>
          </a:r>
          <a:endParaRPr lang="en-US" i="1" dirty="0"/>
        </a:p>
      </dgm:t>
    </dgm:pt>
    <dgm:pt modelId="{CDB8726F-D040-4C43-89B9-D13C2F9F97EF}" type="parTrans" cxnId="{F0159BBA-D3CC-44CD-ABF7-EAD387E52236}">
      <dgm:prSet/>
      <dgm:spPr/>
      <dgm:t>
        <a:bodyPr/>
        <a:lstStyle/>
        <a:p>
          <a:pPr algn="l"/>
          <a:endParaRPr lang="en-US"/>
        </a:p>
      </dgm:t>
    </dgm:pt>
    <dgm:pt modelId="{9BEF7D0B-2D0A-4307-BA27-DD4B3BE6052A}" type="sibTrans" cxnId="{F0159BBA-D3CC-44CD-ABF7-EAD387E52236}">
      <dgm:prSet/>
      <dgm:spPr/>
      <dgm:t>
        <a:bodyPr/>
        <a:lstStyle/>
        <a:p>
          <a:pPr algn="l"/>
          <a:endParaRPr lang="en-US"/>
        </a:p>
      </dgm:t>
    </dgm:pt>
    <dgm:pt modelId="{16D8A83A-B848-4192-A2B9-018E70C1ED7E}">
      <dgm:prSet phldrT="[Text]" phldr="0"/>
      <dgm:spPr/>
      <dgm:t>
        <a:bodyPr/>
        <a:lstStyle/>
        <a:p>
          <a:pPr algn="l"/>
          <a:r>
            <a:rPr lang="en-US" dirty="0"/>
            <a:t> this king and his kingdom should not be reduced to personal redemption, but it also should not minimize it either.(30)</a:t>
          </a:r>
        </a:p>
      </dgm:t>
    </dgm:pt>
    <dgm:pt modelId="{6B0615ED-A5F4-409E-BBB2-75BC19C58881}" type="parTrans" cxnId="{81E359CA-A611-450C-A222-A5DB72ECF6B8}">
      <dgm:prSet/>
      <dgm:spPr/>
      <dgm:t>
        <a:bodyPr/>
        <a:lstStyle/>
        <a:p>
          <a:pPr algn="l"/>
          <a:endParaRPr lang="en-US"/>
        </a:p>
      </dgm:t>
    </dgm:pt>
    <dgm:pt modelId="{240B15CD-DAA0-4937-8FA0-44B59A68E9B6}" type="sibTrans" cxnId="{81E359CA-A611-450C-A222-A5DB72ECF6B8}">
      <dgm:prSet/>
      <dgm:spPr/>
      <dgm:t>
        <a:bodyPr/>
        <a:lstStyle/>
        <a:p>
          <a:pPr algn="l"/>
          <a:endParaRPr lang="en-US"/>
        </a:p>
      </dgm:t>
    </dgm:pt>
    <dgm:pt modelId="{BDA097DD-D3FE-456B-B8F5-F8240A313C28}">
      <dgm:prSet phldrT="[Text]" phldr="0"/>
      <dgm:spPr/>
      <dgm:t>
        <a:bodyPr/>
        <a:lstStyle/>
        <a:p>
          <a:pPr algn="l"/>
          <a:r>
            <a:rPr lang="en-US" dirty="0"/>
            <a:t>“the beginning of the gospel about Jesus the Messiah, the Son of God… </a:t>
          </a:r>
        </a:p>
        <a:p>
          <a:pPr algn="l"/>
          <a:r>
            <a:rPr lang="en-US" dirty="0"/>
            <a:t>“The time has come,” he said. “The kingdom of God has come near. Repent and believe the good news!” </a:t>
          </a:r>
        </a:p>
        <a:p>
          <a:pPr algn="l"/>
          <a:r>
            <a:rPr lang="en-US" dirty="0"/>
            <a:t>Jesus summons his audience (Galileans are in view) to turn in repentance and to trust in the “gospel” or “good news,” which in this context is surely the good news of the arrival or inauguration of the kingdom of God (cf. 1:14).”(34)</a:t>
          </a:r>
        </a:p>
      </dgm:t>
    </dgm:pt>
    <dgm:pt modelId="{A6228E80-600E-47EE-9106-96C55FBA8C7A}" type="parTrans" cxnId="{7F669D50-3F2D-46DA-8DF2-F892B449B217}">
      <dgm:prSet/>
      <dgm:spPr/>
      <dgm:t>
        <a:bodyPr/>
        <a:lstStyle/>
        <a:p>
          <a:pPr algn="l"/>
          <a:endParaRPr lang="en-US"/>
        </a:p>
      </dgm:t>
    </dgm:pt>
    <dgm:pt modelId="{350F57B7-52FE-45DE-91A7-70D39222DEDE}" type="sibTrans" cxnId="{7F669D50-3F2D-46DA-8DF2-F892B449B217}">
      <dgm:prSet/>
      <dgm:spPr/>
      <dgm:t>
        <a:bodyPr/>
        <a:lstStyle/>
        <a:p>
          <a:pPr algn="l"/>
          <a:endParaRPr lang="en-US"/>
        </a:p>
      </dgm:t>
    </dgm:pt>
    <dgm:pt modelId="{E6E9FF72-F652-47CA-A8C1-5F49E2AD8EB6}">
      <dgm:prSet phldrT="[Text]" phldr="0"/>
      <dgm:spPr/>
      <dgm:t>
        <a:bodyPr/>
        <a:lstStyle/>
        <a:p>
          <a:pPr algn="l"/>
          <a:r>
            <a:rPr lang="en-US" dirty="0"/>
            <a:t> “The Gospel according to . . .” ought to have taught us that the gospel itself is on display.(35)</a:t>
          </a:r>
        </a:p>
      </dgm:t>
    </dgm:pt>
    <dgm:pt modelId="{E34AEE65-9AE9-421C-BDCF-894A317E520C}" type="parTrans" cxnId="{B3B15280-45CE-489D-8976-CBD7AA834FE4}">
      <dgm:prSet/>
      <dgm:spPr/>
      <dgm:t>
        <a:bodyPr/>
        <a:lstStyle/>
        <a:p>
          <a:pPr algn="l"/>
          <a:endParaRPr lang="en-US"/>
        </a:p>
      </dgm:t>
    </dgm:pt>
    <dgm:pt modelId="{CE913B76-2F68-4B8C-B6A7-8C9AD979BBB0}" type="sibTrans" cxnId="{B3B15280-45CE-489D-8976-CBD7AA834FE4}">
      <dgm:prSet/>
      <dgm:spPr/>
      <dgm:t>
        <a:bodyPr/>
        <a:lstStyle/>
        <a:p>
          <a:pPr algn="l"/>
          <a:endParaRPr lang="en-US"/>
        </a:p>
      </dgm:t>
    </dgm:pt>
    <dgm:pt modelId="{FCEE4B7C-78DA-4798-8704-76B1480F5C23}">
      <dgm:prSet phldrT="[Text]" phldr="0"/>
      <dgm:spPr/>
      <dgm:t>
        <a:bodyPr/>
        <a:lstStyle/>
        <a:p>
          <a:pPr algn="l"/>
          <a:r>
            <a:rPr lang="en-US" dirty="0"/>
            <a:t> </a:t>
          </a:r>
        </a:p>
        <a:p>
          <a:pPr algn="l"/>
          <a:r>
            <a:rPr lang="en-US" dirty="0"/>
            <a:t>The gospel sermons of Acts, it is now clear, were </a:t>
          </a:r>
          <a:r>
            <a:rPr lang="en-US" dirty="0" err="1"/>
            <a:t>gospeling</a:t>
          </a:r>
          <a:r>
            <a:rPr lang="en-US" dirty="0"/>
            <a:t> sermons that sought to persuade people about the identity of Jesus of Galilee as the true Messiah and Lord. When the gospel was reduced to its basic terms, those terms were identity terms about Jesus.(37)</a:t>
          </a:r>
        </a:p>
      </dgm:t>
    </dgm:pt>
    <dgm:pt modelId="{73D111D4-174A-4D21-B1B3-AA563F4B0B50}" type="parTrans" cxnId="{2CEAFCDA-2BDD-419B-91AC-138629CD12AE}">
      <dgm:prSet/>
      <dgm:spPr/>
      <dgm:t>
        <a:bodyPr/>
        <a:lstStyle/>
        <a:p>
          <a:pPr algn="l"/>
          <a:endParaRPr lang="en-US"/>
        </a:p>
      </dgm:t>
    </dgm:pt>
    <dgm:pt modelId="{99451696-0D1A-4B9A-8368-F46AAEFAC56F}" type="sibTrans" cxnId="{2CEAFCDA-2BDD-419B-91AC-138629CD12AE}">
      <dgm:prSet/>
      <dgm:spPr/>
      <dgm:t>
        <a:bodyPr/>
        <a:lstStyle/>
        <a:p>
          <a:pPr algn="l"/>
          <a:endParaRPr lang="en-US"/>
        </a:p>
      </dgm:t>
    </dgm:pt>
    <dgm:pt modelId="{9376BE42-ECAA-42E0-B99A-276C8964F11D}">
      <dgm:prSet phldrT="[Text]"/>
      <dgm:spPr/>
      <dgm:t>
        <a:bodyPr/>
        <a:lstStyle/>
        <a:p>
          <a:pPr algn="l"/>
          <a:r>
            <a:rPr lang="en-US" dirty="0"/>
            <a:t> The gospel in 1 Corinthians 15 is (1) about Jesus, (2) it fulfills anticipations and promises in the story of Israel, and (3) it brings forgiveness of sins.(38)</a:t>
          </a:r>
        </a:p>
      </dgm:t>
    </dgm:pt>
    <dgm:pt modelId="{1D9D0906-32C3-43DD-8F21-E4F0869F9AA5}" type="parTrans" cxnId="{ADF15242-4689-41B4-B345-BF94A0B4F2D4}">
      <dgm:prSet/>
      <dgm:spPr/>
      <dgm:t>
        <a:bodyPr/>
        <a:lstStyle/>
        <a:p>
          <a:pPr algn="l"/>
          <a:endParaRPr lang="en-US"/>
        </a:p>
      </dgm:t>
    </dgm:pt>
    <dgm:pt modelId="{38EE9ABD-F73B-4243-BD88-39CAF80765D5}" type="sibTrans" cxnId="{ADF15242-4689-41B4-B345-BF94A0B4F2D4}">
      <dgm:prSet/>
      <dgm:spPr/>
      <dgm:t>
        <a:bodyPr/>
        <a:lstStyle/>
        <a:p>
          <a:pPr algn="l"/>
          <a:endParaRPr lang="en-US"/>
        </a:p>
      </dgm:t>
    </dgm:pt>
    <dgm:pt modelId="{51AEFA0B-CAB1-48D3-8F6C-B78F7A7AFB52}">
      <dgm:prSet/>
      <dgm:spPr/>
      <dgm:t>
        <a:bodyPr/>
        <a:lstStyle/>
        <a:p>
          <a:pPr algn="l"/>
          <a:r>
            <a:rPr lang="en-US" dirty="0"/>
            <a:t> On 2 Tim2:8-13 “Once again, the gospel’s substance determines the substance of the Christian life, and that substance is all about Jesus. The message in the gospel is a message about Jesus, not us, even if it is also for us.”(39)</a:t>
          </a:r>
        </a:p>
      </dgm:t>
    </dgm:pt>
    <dgm:pt modelId="{AD7D8AA3-6E12-4E07-A267-0CAF1488AF95}" type="parTrans" cxnId="{017EAA43-BE99-4ACB-A697-A2E530E30E47}">
      <dgm:prSet/>
      <dgm:spPr/>
      <dgm:t>
        <a:bodyPr/>
        <a:lstStyle/>
        <a:p>
          <a:pPr algn="l"/>
          <a:endParaRPr lang="en-US"/>
        </a:p>
      </dgm:t>
    </dgm:pt>
    <dgm:pt modelId="{041C9F76-3B10-4A0D-9DF4-F2DB5AB65B47}" type="sibTrans" cxnId="{017EAA43-BE99-4ACB-A697-A2E530E30E47}">
      <dgm:prSet/>
      <dgm:spPr/>
      <dgm:t>
        <a:bodyPr/>
        <a:lstStyle/>
        <a:p>
          <a:pPr algn="l"/>
          <a:endParaRPr lang="en-US"/>
        </a:p>
      </dgm:t>
    </dgm:pt>
    <dgm:pt modelId="{636E8C0A-6AFE-4709-B08C-191630BED660}">
      <dgm:prSet/>
      <dgm:spPr/>
      <dgm:t>
        <a:bodyPr/>
        <a:lstStyle/>
        <a:p>
          <a:pPr algn="l"/>
          <a:r>
            <a:rPr lang="en-US" dirty="0"/>
            <a:t> “The gospel about Jesus is a message that he has come for all.”(40)</a:t>
          </a:r>
        </a:p>
      </dgm:t>
    </dgm:pt>
    <dgm:pt modelId="{893CBBC2-BEA7-4C67-81F0-E6BB7D66205E}" type="parTrans" cxnId="{ED663A84-C9A4-489F-B532-4EE3670C2E09}">
      <dgm:prSet/>
      <dgm:spPr/>
      <dgm:t>
        <a:bodyPr/>
        <a:lstStyle/>
        <a:p>
          <a:pPr algn="l"/>
          <a:endParaRPr lang="en-US"/>
        </a:p>
      </dgm:t>
    </dgm:pt>
    <dgm:pt modelId="{DA13B045-2D1B-4786-8C41-0986FC014FDB}" type="sibTrans" cxnId="{ED663A84-C9A4-489F-B532-4EE3670C2E09}">
      <dgm:prSet/>
      <dgm:spPr/>
      <dgm:t>
        <a:bodyPr/>
        <a:lstStyle/>
        <a:p>
          <a:pPr algn="l"/>
          <a:endParaRPr lang="en-US"/>
        </a:p>
      </dgm:t>
    </dgm:pt>
    <dgm:pt modelId="{89F7E32E-F0A0-4157-9466-28638A3AD618}" type="pres">
      <dgm:prSet presAssocID="{0AB89CFB-9A03-4FA0-A88D-D11B4EB53A71}" presName="hierChild1" presStyleCnt="0">
        <dgm:presLayoutVars>
          <dgm:orgChart val="1"/>
          <dgm:chPref val="1"/>
          <dgm:dir/>
          <dgm:animOne val="branch"/>
          <dgm:animLvl val="lvl"/>
          <dgm:resizeHandles/>
        </dgm:presLayoutVars>
      </dgm:prSet>
      <dgm:spPr/>
    </dgm:pt>
    <dgm:pt modelId="{3E8E8154-8E80-4C1A-BD72-4EDF8A83FE4D}" type="pres">
      <dgm:prSet presAssocID="{67415072-C50E-4061-BD43-E3A2C7196491}" presName="hierRoot1" presStyleCnt="0">
        <dgm:presLayoutVars>
          <dgm:hierBranch val="init"/>
        </dgm:presLayoutVars>
      </dgm:prSet>
      <dgm:spPr/>
    </dgm:pt>
    <dgm:pt modelId="{36F7BC30-2635-4E36-BC42-D05CEE81F933}" type="pres">
      <dgm:prSet presAssocID="{67415072-C50E-4061-BD43-E3A2C7196491}" presName="rootComposite1" presStyleCnt="0"/>
      <dgm:spPr/>
    </dgm:pt>
    <dgm:pt modelId="{1EFB72C5-52AC-4CE4-A81C-88DD5CD3A580}" type="pres">
      <dgm:prSet presAssocID="{67415072-C50E-4061-BD43-E3A2C7196491}" presName="rootText1" presStyleLbl="node0" presStyleIdx="0" presStyleCnt="1" custScaleX="157846" custScaleY="283786">
        <dgm:presLayoutVars>
          <dgm:chPref val="3"/>
        </dgm:presLayoutVars>
      </dgm:prSet>
      <dgm:spPr/>
    </dgm:pt>
    <dgm:pt modelId="{7E34002B-81D8-4EF8-97E7-AA15109226DE}" type="pres">
      <dgm:prSet presAssocID="{67415072-C50E-4061-BD43-E3A2C7196491}" presName="rootConnector1" presStyleLbl="node1" presStyleIdx="0" presStyleCnt="0"/>
      <dgm:spPr/>
    </dgm:pt>
    <dgm:pt modelId="{7231CB9C-C8DF-4D7B-965A-3AD3AE46F0CC}" type="pres">
      <dgm:prSet presAssocID="{67415072-C50E-4061-BD43-E3A2C7196491}" presName="hierChild2" presStyleCnt="0"/>
      <dgm:spPr/>
    </dgm:pt>
    <dgm:pt modelId="{9187C602-B5B7-4FD2-A240-8EB04DC460F0}" type="pres">
      <dgm:prSet presAssocID="{CDB8726F-D040-4C43-89B9-D13C2F9F97EF}" presName="Name37" presStyleLbl="parChTrans1D2" presStyleIdx="0" presStyleCnt="8"/>
      <dgm:spPr/>
    </dgm:pt>
    <dgm:pt modelId="{2CB03F0B-6CDA-4CDC-BB97-CC99CAD0A12A}" type="pres">
      <dgm:prSet presAssocID="{74CDB080-DAC8-40C1-B772-4D334292CC26}" presName="hierRoot2" presStyleCnt="0">
        <dgm:presLayoutVars>
          <dgm:hierBranch val="init"/>
        </dgm:presLayoutVars>
      </dgm:prSet>
      <dgm:spPr/>
    </dgm:pt>
    <dgm:pt modelId="{BC6F46A5-FB5A-41A0-88B1-047441B1DCC8}" type="pres">
      <dgm:prSet presAssocID="{74CDB080-DAC8-40C1-B772-4D334292CC26}" presName="rootComposite" presStyleCnt="0"/>
      <dgm:spPr/>
    </dgm:pt>
    <dgm:pt modelId="{CA0FBBB3-C5BF-442A-BC4A-E90F1259051A}" type="pres">
      <dgm:prSet presAssocID="{74CDB080-DAC8-40C1-B772-4D334292CC26}" presName="rootText" presStyleLbl="node2" presStyleIdx="0" presStyleCnt="8">
        <dgm:presLayoutVars>
          <dgm:chPref val="3"/>
        </dgm:presLayoutVars>
      </dgm:prSet>
      <dgm:spPr/>
    </dgm:pt>
    <dgm:pt modelId="{8BE8A5C6-D46C-4AFB-B947-B98F7236A193}" type="pres">
      <dgm:prSet presAssocID="{74CDB080-DAC8-40C1-B772-4D334292CC26}" presName="rootConnector" presStyleLbl="node2" presStyleIdx="0" presStyleCnt="8"/>
      <dgm:spPr/>
    </dgm:pt>
    <dgm:pt modelId="{DDE2042A-CB2D-464D-BA17-B18C1338E147}" type="pres">
      <dgm:prSet presAssocID="{74CDB080-DAC8-40C1-B772-4D334292CC26}" presName="hierChild4" presStyleCnt="0"/>
      <dgm:spPr/>
    </dgm:pt>
    <dgm:pt modelId="{BFD15DF7-1934-469D-ABFB-07433F43A34D}" type="pres">
      <dgm:prSet presAssocID="{74CDB080-DAC8-40C1-B772-4D334292CC26}" presName="hierChild5" presStyleCnt="0"/>
      <dgm:spPr/>
    </dgm:pt>
    <dgm:pt modelId="{FF3344BB-5114-4F0D-9BF1-1754B8172255}" type="pres">
      <dgm:prSet presAssocID="{6B0615ED-A5F4-409E-BBB2-75BC19C58881}" presName="Name37" presStyleLbl="parChTrans1D2" presStyleIdx="1" presStyleCnt="8"/>
      <dgm:spPr/>
    </dgm:pt>
    <dgm:pt modelId="{01B98EAB-C884-4CF3-897F-B7938B9BEAE6}" type="pres">
      <dgm:prSet presAssocID="{16D8A83A-B848-4192-A2B9-018E70C1ED7E}" presName="hierRoot2" presStyleCnt="0">
        <dgm:presLayoutVars>
          <dgm:hierBranch val="init"/>
        </dgm:presLayoutVars>
      </dgm:prSet>
      <dgm:spPr/>
    </dgm:pt>
    <dgm:pt modelId="{68A112C0-0680-466B-AECC-5A3D1BBC0AF1}" type="pres">
      <dgm:prSet presAssocID="{16D8A83A-B848-4192-A2B9-018E70C1ED7E}" presName="rootComposite" presStyleCnt="0"/>
      <dgm:spPr/>
    </dgm:pt>
    <dgm:pt modelId="{BF2FDE83-0828-4FAF-9A72-2886525ACB3B}" type="pres">
      <dgm:prSet presAssocID="{16D8A83A-B848-4192-A2B9-018E70C1ED7E}" presName="rootText" presStyleLbl="node2" presStyleIdx="1" presStyleCnt="8">
        <dgm:presLayoutVars>
          <dgm:chPref val="3"/>
        </dgm:presLayoutVars>
      </dgm:prSet>
      <dgm:spPr/>
    </dgm:pt>
    <dgm:pt modelId="{E8DAE183-E8EF-4B67-8813-98AFC49AF89A}" type="pres">
      <dgm:prSet presAssocID="{16D8A83A-B848-4192-A2B9-018E70C1ED7E}" presName="rootConnector" presStyleLbl="node2" presStyleIdx="1" presStyleCnt="8"/>
      <dgm:spPr/>
    </dgm:pt>
    <dgm:pt modelId="{FDAC1CDE-9CFF-472D-8984-014F717401F2}" type="pres">
      <dgm:prSet presAssocID="{16D8A83A-B848-4192-A2B9-018E70C1ED7E}" presName="hierChild4" presStyleCnt="0"/>
      <dgm:spPr/>
    </dgm:pt>
    <dgm:pt modelId="{79BE321E-5CF1-4FCD-BF98-8E5B7E7B5F0B}" type="pres">
      <dgm:prSet presAssocID="{16D8A83A-B848-4192-A2B9-018E70C1ED7E}" presName="hierChild5" presStyleCnt="0"/>
      <dgm:spPr/>
    </dgm:pt>
    <dgm:pt modelId="{E694BF0F-1530-41FF-9AFB-3B21D17C77A7}" type="pres">
      <dgm:prSet presAssocID="{A6228E80-600E-47EE-9106-96C55FBA8C7A}" presName="Name37" presStyleLbl="parChTrans1D2" presStyleIdx="2" presStyleCnt="8"/>
      <dgm:spPr/>
    </dgm:pt>
    <dgm:pt modelId="{4A606AE6-88A7-42F3-9042-1D86DC51F83B}" type="pres">
      <dgm:prSet presAssocID="{BDA097DD-D3FE-456B-B8F5-F8240A313C28}" presName="hierRoot2" presStyleCnt="0">
        <dgm:presLayoutVars>
          <dgm:hierBranch val="init"/>
        </dgm:presLayoutVars>
      </dgm:prSet>
      <dgm:spPr/>
    </dgm:pt>
    <dgm:pt modelId="{1B208CC1-B446-4065-8ACE-3D0ADE5BEEC1}" type="pres">
      <dgm:prSet presAssocID="{BDA097DD-D3FE-456B-B8F5-F8240A313C28}" presName="rootComposite" presStyleCnt="0"/>
      <dgm:spPr/>
    </dgm:pt>
    <dgm:pt modelId="{33BBF254-C2F0-44F5-9471-2D176A9265F2}" type="pres">
      <dgm:prSet presAssocID="{BDA097DD-D3FE-456B-B8F5-F8240A313C28}" presName="rootText" presStyleLbl="node2" presStyleIdx="2" presStyleCnt="8" custScaleY="170234">
        <dgm:presLayoutVars>
          <dgm:chPref val="3"/>
        </dgm:presLayoutVars>
      </dgm:prSet>
      <dgm:spPr/>
    </dgm:pt>
    <dgm:pt modelId="{74F849BC-179C-4149-A626-C9F4EE9B92F4}" type="pres">
      <dgm:prSet presAssocID="{BDA097DD-D3FE-456B-B8F5-F8240A313C28}" presName="rootConnector" presStyleLbl="node2" presStyleIdx="2" presStyleCnt="8"/>
      <dgm:spPr/>
    </dgm:pt>
    <dgm:pt modelId="{2EF14896-7BF3-4AC7-93D4-3A184B2D2CF7}" type="pres">
      <dgm:prSet presAssocID="{BDA097DD-D3FE-456B-B8F5-F8240A313C28}" presName="hierChild4" presStyleCnt="0"/>
      <dgm:spPr/>
    </dgm:pt>
    <dgm:pt modelId="{24A3CD9B-6501-471F-A080-C7B78F7F20CE}" type="pres">
      <dgm:prSet presAssocID="{BDA097DD-D3FE-456B-B8F5-F8240A313C28}" presName="hierChild5" presStyleCnt="0"/>
      <dgm:spPr/>
    </dgm:pt>
    <dgm:pt modelId="{CC3E4754-24EC-4A0F-8308-0110811FDE43}" type="pres">
      <dgm:prSet presAssocID="{E34AEE65-9AE9-421C-BDCF-894A317E520C}" presName="Name37" presStyleLbl="parChTrans1D2" presStyleIdx="3" presStyleCnt="8"/>
      <dgm:spPr/>
    </dgm:pt>
    <dgm:pt modelId="{8BDAA06F-F85E-4CB8-A9FD-1AD50C37386A}" type="pres">
      <dgm:prSet presAssocID="{E6E9FF72-F652-47CA-A8C1-5F49E2AD8EB6}" presName="hierRoot2" presStyleCnt="0">
        <dgm:presLayoutVars>
          <dgm:hierBranch val="init"/>
        </dgm:presLayoutVars>
      </dgm:prSet>
      <dgm:spPr/>
    </dgm:pt>
    <dgm:pt modelId="{1DDBA309-C342-4E1A-91B5-2C6BD97FB20E}" type="pres">
      <dgm:prSet presAssocID="{E6E9FF72-F652-47CA-A8C1-5F49E2AD8EB6}" presName="rootComposite" presStyleCnt="0"/>
      <dgm:spPr/>
    </dgm:pt>
    <dgm:pt modelId="{285B0EAA-F3D5-4A71-8B3D-34387649837D}" type="pres">
      <dgm:prSet presAssocID="{E6E9FF72-F652-47CA-A8C1-5F49E2AD8EB6}" presName="rootText" presStyleLbl="node2" presStyleIdx="3" presStyleCnt="8" custScaleY="137875">
        <dgm:presLayoutVars>
          <dgm:chPref val="3"/>
        </dgm:presLayoutVars>
      </dgm:prSet>
      <dgm:spPr/>
    </dgm:pt>
    <dgm:pt modelId="{1CA37C66-14A1-4054-AAAA-05353C982B68}" type="pres">
      <dgm:prSet presAssocID="{E6E9FF72-F652-47CA-A8C1-5F49E2AD8EB6}" presName="rootConnector" presStyleLbl="node2" presStyleIdx="3" presStyleCnt="8"/>
      <dgm:spPr/>
    </dgm:pt>
    <dgm:pt modelId="{FD48554F-8802-4E23-85F7-6C8786CE19DB}" type="pres">
      <dgm:prSet presAssocID="{E6E9FF72-F652-47CA-A8C1-5F49E2AD8EB6}" presName="hierChild4" presStyleCnt="0"/>
      <dgm:spPr/>
    </dgm:pt>
    <dgm:pt modelId="{968DE114-1D02-4414-8367-E09B3EA83FAF}" type="pres">
      <dgm:prSet presAssocID="{E6E9FF72-F652-47CA-A8C1-5F49E2AD8EB6}" presName="hierChild5" presStyleCnt="0"/>
      <dgm:spPr/>
    </dgm:pt>
    <dgm:pt modelId="{7C5079DC-9D07-4CF2-A4B1-8F21F821937F}" type="pres">
      <dgm:prSet presAssocID="{73D111D4-174A-4D21-B1B3-AA563F4B0B50}" presName="Name37" presStyleLbl="parChTrans1D2" presStyleIdx="4" presStyleCnt="8"/>
      <dgm:spPr/>
    </dgm:pt>
    <dgm:pt modelId="{C42E7A99-E789-4EDA-9BFC-B1F832507E0D}" type="pres">
      <dgm:prSet presAssocID="{FCEE4B7C-78DA-4798-8704-76B1480F5C23}" presName="hierRoot2" presStyleCnt="0">
        <dgm:presLayoutVars>
          <dgm:hierBranch val="init"/>
        </dgm:presLayoutVars>
      </dgm:prSet>
      <dgm:spPr/>
    </dgm:pt>
    <dgm:pt modelId="{0368C464-E9FB-484B-97E7-97354E6A7FF4}" type="pres">
      <dgm:prSet presAssocID="{FCEE4B7C-78DA-4798-8704-76B1480F5C23}" presName="rootComposite" presStyleCnt="0"/>
      <dgm:spPr/>
    </dgm:pt>
    <dgm:pt modelId="{46D5DD79-264F-4E68-B41E-06DFBB21945A}" type="pres">
      <dgm:prSet presAssocID="{FCEE4B7C-78DA-4798-8704-76B1480F5C23}" presName="rootText" presStyleLbl="node2" presStyleIdx="4" presStyleCnt="8" custScaleY="121706">
        <dgm:presLayoutVars>
          <dgm:chPref val="3"/>
        </dgm:presLayoutVars>
      </dgm:prSet>
      <dgm:spPr/>
    </dgm:pt>
    <dgm:pt modelId="{83BA0196-AABC-47BB-88E1-876B65E84DDD}" type="pres">
      <dgm:prSet presAssocID="{FCEE4B7C-78DA-4798-8704-76B1480F5C23}" presName="rootConnector" presStyleLbl="node2" presStyleIdx="4" presStyleCnt="8"/>
      <dgm:spPr/>
    </dgm:pt>
    <dgm:pt modelId="{1FD0F0D5-0855-44B3-84FE-85132B4F5533}" type="pres">
      <dgm:prSet presAssocID="{FCEE4B7C-78DA-4798-8704-76B1480F5C23}" presName="hierChild4" presStyleCnt="0"/>
      <dgm:spPr/>
    </dgm:pt>
    <dgm:pt modelId="{3E99ACB8-ACE8-462A-A4A9-35FB0F4BF310}" type="pres">
      <dgm:prSet presAssocID="{FCEE4B7C-78DA-4798-8704-76B1480F5C23}" presName="hierChild5" presStyleCnt="0"/>
      <dgm:spPr/>
    </dgm:pt>
    <dgm:pt modelId="{1F54C3FC-1E0D-4EC2-8FEE-C87C28F7F41B}" type="pres">
      <dgm:prSet presAssocID="{1D9D0906-32C3-43DD-8F21-E4F0869F9AA5}" presName="Name37" presStyleLbl="parChTrans1D2" presStyleIdx="5" presStyleCnt="8"/>
      <dgm:spPr/>
    </dgm:pt>
    <dgm:pt modelId="{B1BC2C63-8770-4E42-B06F-DDB3A84876DC}" type="pres">
      <dgm:prSet presAssocID="{9376BE42-ECAA-42E0-B99A-276C8964F11D}" presName="hierRoot2" presStyleCnt="0">
        <dgm:presLayoutVars>
          <dgm:hierBranch val="init"/>
        </dgm:presLayoutVars>
      </dgm:prSet>
      <dgm:spPr/>
    </dgm:pt>
    <dgm:pt modelId="{8FFED339-5426-41BB-8A03-CAF700C44C15}" type="pres">
      <dgm:prSet presAssocID="{9376BE42-ECAA-42E0-B99A-276C8964F11D}" presName="rootComposite" presStyleCnt="0"/>
      <dgm:spPr/>
    </dgm:pt>
    <dgm:pt modelId="{CCB7028C-3029-4256-BB5C-68D4622792E3}" type="pres">
      <dgm:prSet presAssocID="{9376BE42-ECAA-42E0-B99A-276C8964F11D}" presName="rootText" presStyleLbl="node2" presStyleIdx="5" presStyleCnt="8">
        <dgm:presLayoutVars>
          <dgm:chPref val="3"/>
        </dgm:presLayoutVars>
      </dgm:prSet>
      <dgm:spPr/>
    </dgm:pt>
    <dgm:pt modelId="{31487482-283A-4EFA-8238-5691FFAF5A4F}" type="pres">
      <dgm:prSet presAssocID="{9376BE42-ECAA-42E0-B99A-276C8964F11D}" presName="rootConnector" presStyleLbl="node2" presStyleIdx="5" presStyleCnt="8"/>
      <dgm:spPr/>
    </dgm:pt>
    <dgm:pt modelId="{3E59FFBB-151E-4171-A3FB-15F951B314AE}" type="pres">
      <dgm:prSet presAssocID="{9376BE42-ECAA-42E0-B99A-276C8964F11D}" presName="hierChild4" presStyleCnt="0"/>
      <dgm:spPr/>
    </dgm:pt>
    <dgm:pt modelId="{B6896804-DE63-4EA9-BBFF-144F70E33C84}" type="pres">
      <dgm:prSet presAssocID="{9376BE42-ECAA-42E0-B99A-276C8964F11D}" presName="hierChild5" presStyleCnt="0"/>
      <dgm:spPr/>
    </dgm:pt>
    <dgm:pt modelId="{8F6942EB-C585-40F5-8D3F-F042D8C6731A}" type="pres">
      <dgm:prSet presAssocID="{AD7D8AA3-6E12-4E07-A267-0CAF1488AF95}" presName="Name37" presStyleLbl="parChTrans1D2" presStyleIdx="6" presStyleCnt="8"/>
      <dgm:spPr/>
    </dgm:pt>
    <dgm:pt modelId="{9175991E-913D-4829-AB7E-02CF04734E6A}" type="pres">
      <dgm:prSet presAssocID="{51AEFA0B-CAB1-48D3-8F6C-B78F7A7AFB52}" presName="hierRoot2" presStyleCnt="0">
        <dgm:presLayoutVars>
          <dgm:hierBranch val="init"/>
        </dgm:presLayoutVars>
      </dgm:prSet>
      <dgm:spPr/>
    </dgm:pt>
    <dgm:pt modelId="{826488A8-6777-4419-8C11-D864995BCF56}" type="pres">
      <dgm:prSet presAssocID="{51AEFA0B-CAB1-48D3-8F6C-B78F7A7AFB52}" presName="rootComposite" presStyleCnt="0"/>
      <dgm:spPr/>
    </dgm:pt>
    <dgm:pt modelId="{AE48483E-46DE-4CCC-9851-7E9BDF31EEC3}" type="pres">
      <dgm:prSet presAssocID="{51AEFA0B-CAB1-48D3-8F6C-B78F7A7AFB52}" presName="rootText" presStyleLbl="node2" presStyleIdx="6" presStyleCnt="8">
        <dgm:presLayoutVars>
          <dgm:chPref val="3"/>
        </dgm:presLayoutVars>
      </dgm:prSet>
      <dgm:spPr/>
    </dgm:pt>
    <dgm:pt modelId="{B96EC6D6-8EA9-4B62-BDB9-CB1DFD9CDA4F}" type="pres">
      <dgm:prSet presAssocID="{51AEFA0B-CAB1-48D3-8F6C-B78F7A7AFB52}" presName="rootConnector" presStyleLbl="node2" presStyleIdx="6" presStyleCnt="8"/>
      <dgm:spPr/>
    </dgm:pt>
    <dgm:pt modelId="{BB3E1162-19B4-4924-93ED-FEEC2825597F}" type="pres">
      <dgm:prSet presAssocID="{51AEFA0B-CAB1-48D3-8F6C-B78F7A7AFB52}" presName="hierChild4" presStyleCnt="0"/>
      <dgm:spPr/>
    </dgm:pt>
    <dgm:pt modelId="{5B169E75-9668-4B09-90AF-54E39C12DC91}" type="pres">
      <dgm:prSet presAssocID="{51AEFA0B-CAB1-48D3-8F6C-B78F7A7AFB52}" presName="hierChild5" presStyleCnt="0"/>
      <dgm:spPr/>
    </dgm:pt>
    <dgm:pt modelId="{5803D398-5D4C-419F-9607-E36C560B2321}" type="pres">
      <dgm:prSet presAssocID="{893CBBC2-BEA7-4C67-81F0-E6BB7D66205E}" presName="Name37" presStyleLbl="parChTrans1D2" presStyleIdx="7" presStyleCnt="8"/>
      <dgm:spPr/>
    </dgm:pt>
    <dgm:pt modelId="{6FA3BFF8-A893-4EEF-9C22-2ABB0B70EE7F}" type="pres">
      <dgm:prSet presAssocID="{636E8C0A-6AFE-4709-B08C-191630BED660}" presName="hierRoot2" presStyleCnt="0">
        <dgm:presLayoutVars>
          <dgm:hierBranch val="init"/>
        </dgm:presLayoutVars>
      </dgm:prSet>
      <dgm:spPr/>
    </dgm:pt>
    <dgm:pt modelId="{81D4E365-4A0E-4205-8146-AB015A369BD0}" type="pres">
      <dgm:prSet presAssocID="{636E8C0A-6AFE-4709-B08C-191630BED660}" presName="rootComposite" presStyleCnt="0"/>
      <dgm:spPr/>
    </dgm:pt>
    <dgm:pt modelId="{D1CD291F-1416-4F1E-98EB-EFC1B3581216}" type="pres">
      <dgm:prSet presAssocID="{636E8C0A-6AFE-4709-B08C-191630BED660}" presName="rootText" presStyleLbl="node2" presStyleIdx="7" presStyleCnt="8">
        <dgm:presLayoutVars>
          <dgm:chPref val="3"/>
        </dgm:presLayoutVars>
      </dgm:prSet>
      <dgm:spPr/>
    </dgm:pt>
    <dgm:pt modelId="{42981446-353D-4A7B-B40B-F90367920D8E}" type="pres">
      <dgm:prSet presAssocID="{636E8C0A-6AFE-4709-B08C-191630BED660}" presName="rootConnector" presStyleLbl="node2" presStyleIdx="7" presStyleCnt="8"/>
      <dgm:spPr/>
    </dgm:pt>
    <dgm:pt modelId="{92EB0B13-BE76-4E8B-A254-61E567C6C94B}" type="pres">
      <dgm:prSet presAssocID="{636E8C0A-6AFE-4709-B08C-191630BED660}" presName="hierChild4" presStyleCnt="0"/>
      <dgm:spPr/>
    </dgm:pt>
    <dgm:pt modelId="{2F791913-956A-4088-9C51-7A973C0E674D}" type="pres">
      <dgm:prSet presAssocID="{636E8C0A-6AFE-4709-B08C-191630BED660}" presName="hierChild5" presStyleCnt="0"/>
      <dgm:spPr/>
    </dgm:pt>
    <dgm:pt modelId="{E08EA480-DE7B-4718-B79B-4A1D2D8259FF}" type="pres">
      <dgm:prSet presAssocID="{67415072-C50E-4061-BD43-E3A2C7196491}" presName="hierChild3" presStyleCnt="0"/>
      <dgm:spPr/>
    </dgm:pt>
  </dgm:ptLst>
  <dgm:cxnLst>
    <dgm:cxn modelId="{C7416902-0646-422B-ABF4-2E0F267A569C}" type="presOf" srcId="{FCEE4B7C-78DA-4798-8704-76B1480F5C23}" destId="{83BA0196-AABC-47BB-88E1-876B65E84DDD}" srcOrd="1" destOrd="0" presId="urn:microsoft.com/office/officeart/2005/8/layout/orgChart1"/>
    <dgm:cxn modelId="{7CFDDE02-4D21-46DF-BC93-865D3056E963}" type="presOf" srcId="{73D111D4-174A-4D21-B1B3-AA563F4B0B50}" destId="{7C5079DC-9D07-4CF2-A4B1-8F21F821937F}" srcOrd="0" destOrd="0" presId="urn:microsoft.com/office/officeart/2005/8/layout/orgChart1"/>
    <dgm:cxn modelId="{9D2CFF0C-ED5B-4DA9-82DE-F5FCE0DB310A}" type="presOf" srcId="{BDA097DD-D3FE-456B-B8F5-F8240A313C28}" destId="{33BBF254-C2F0-44F5-9471-2D176A9265F2}" srcOrd="0" destOrd="0" presId="urn:microsoft.com/office/officeart/2005/8/layout/orgChart1"/>
    <dgm:cxn modelId="{8479600E-B2FA-4255-810D-EC97AF2DF9EA}" type="presOf" srcId="{16D8A83A-B848-4192-A2B9-018E70C1ED7E}" destId="{E8DAE183-E8EF-4B67-8813-98AFC49AF89A}" srcOrd="1" destOrd="0" presId="urn:microsoft.com/office/officeart/2005/8/layout/orgChart1"/>
    <dgm:cxn modelId="{A01FCC0E-C4DA-439F-8BDF-C48249CDFDDC}" type="presOf" srcId="{CDB8726F-D040-4C43-89B9-D13C2F9F97EF}" destId="{9187C602-B5B7-4FD2-A240-8EB04DC460F0}" srcOrd="0" destOrd="0" presId="urn:microsoft.com/office/officeart/2005/8/layout/orgChart1"/>
    <dgm:cxn modelId="{0FF70912-984E-4814-A0A4-C9B07442A409}" type="presOf" srcId="{9376BE42-ECAA-42E0-B99A-276C8964F11D}" destId="{CCB7028C-3029-4256-BB5C-68D4622792E3}" srcOrd="0" destOrd="0" presId="urn:microsoft.com/office/officeart/2005/8/layout/orgChart1"/>
    <dgm:cxn modelId="{9096A315-4FF6-4AAC-A851-503671B467CE}" type="presOf" srcId="{AD7D8AA3-6E12-4E07-A267-0CAF1488AF95}" destId="{8F6942EB-C585-40F5-8D3F-F042D8C6731A}" srcOrd="0" destOrd="0" presId="urn:microsoft.com/office/officeart/2005/8/layout/orgChart1"/>
    <dgm:cxn modelId="{C5348335-730E-48AF-800F-BC806F34228A}" type="presOf" srcId="{E34AEE65-9AE9-421C-BDCF-894A317E520C}" destId="{CC3E4754-24EC-4A0F-8308-0110811FDE43}" srcOrd="0" destOrd="0" presId="urn:microsoft.com/office/officeart/2005/8/layout/orgChart1"/>
    <dgm:cxn modelId="{E5C55C37-D80B-4F8F-80CF-BAA9CD5D81C3}" type="presOf" srcId="{0AB89CFB-9A03-4FA0-A88D-D11B4EB53A71}" destId="{89F7E32E-F0A0-4157-9466-28638A3AD618}" srcOrd="0" destOrd="0" presId="urn:microsoft.com/office/officeart/2005/8/layout/orgChart1"/>
    <dgm:cxn modelId="{59D5C45B-5C2A-4598-9D96-23460AD83B79}" type="presOf" srcId="{FCEE4B7C-78DA-4798-8704-76B1480F5C23}" destId="{46D5DD79-264F-4E68-B41E-06DFBB21945A}" srcOrd="0" destOrd="0" presId="urn:microsoft.com/office/officeart/2005/8/layout/orgChart1"/>
    <dgm:cxn modelId="{66612F5D-0E54-4A25-9CBF-DD840593EF77}" type="presOf" srcId="{67415072-C50E-4061-BD43-E3A2C7196491}" destId="{1EFB72C5-52AC-4CE4-A81C-88DD5CD3A580}" srcOrd="0" destOrd="0" presId="urn:microsoft.com/office/officeart/2005/8/layout/orgChart1"/>
    <dgm:cxn modelId="{ADF15242-4689-41B4-B345-BF94A0B4F2D4}" srcId="{67415072-C50E-4061-BD43-E3A2C7196491}" destId="{9376BE42-ECAA-42E0-B99A-276C8964F11D}" srcOrd="5" destOrd="0" parTransId="{1D9D0906-32C3-43DD-8F21-E4F0869F9AA5}" sibTransId="{38EE9ABD-F73B-4243-BD88-39CAF80765D5}"/>
    <dgm:cxn modelId="{017EAA43-BE99-4ACB-A697-A2E530E30E47}" srcId="{67415072-C50E-4061-BD43-E3A2C7196491}" destId="{51AEFA0B-CAB1-48D3-8F6C-B78F7A7AFB52}" srcOrd="6" destOrd="0" parTransId="{AD7D8AA3-6E12-4E07-A267-0CAF1488AF95}" sibTransId="{041C9F76-3B10-4A0D-9DF4-F2DB5AB65B47}"/>
    <dgm:cxn modelId="{B44F9247-49ED-4C78-8CCF-A5D2B11A2602}" type="presOf" srcId="{1D9D0906-32C3-43DD-8F21-E4F0869F9AA5}" destId="{1F54C3FC-1E0D-4EC2-8FEE-C87C28F7F41B}" srcOrd="0" destOrd="0" presId="urn:microsoft.com/office/officeart/2005/8/layout/orgChart1"/>
    <dgm:cxn modelId="{00283A69-821C-4C36-9DD3-F3CA2945E169}" type="presOf" srcId="{893CBBC2-BEA7-4C67-81F0-E6BB7D66205E}" destId="{5803D398-5D4C-419F-9607-E36C560B2321}" srcOrd="0" destOrd="0" presId="urn:microsoft.com/office/officeart/2005/8/layout/orgChart1"/>
    <dgm:cxn modelId="{B0B9CB6C-37EC-46FD-8B2D-8FAEE8714EBE}" type="presOf" srcId="{9376BE42-ECAA-42E0-B99A-276C8964F11D}" destId="{31487482-283A-4EFA-8238-5691FFAF5A4F}" srcOrd="1" destOrd="0" presId="urn:microsoft.com/office/officeart/2005/8/layout/orgChart1"/>
    <dgm:cxn modelId="{7F669D50-3F2D-46DA-8DF2-F892B449B217}" srcId="{67415072-C50E-4061-BD43-E3A2C7196491}" destId="{BDA097DD-D3FE-456B-B8F5-F8240A313C28}" srcOrd="2" destOrd="0" parTransId="{A6228E80-600E-47EE-9106-96C55FBA8C7A}" sibTransId="{350F57B7-52FE-45DE-91A7-70D39222DEDE}"/>
    <dgm:cxn modelId="{0C16ED56-FEA0-447A-9BB0-EB5CC3826F0E}" type="presOf" srcId="{74CDB080-DAC8-40C1-B772-4D334292CC26}" destId="{8BE8A5C6-D46C-4AFB-B947-B98F7236A193}" srcOrd="1" destOrd="0" presId="urn:microsoft.com/office/officeart/2005/8/layout/orgChart1"/>
    <dgm:cxn modelId="{7224D279-2521-4E9F-88BB-DF3584F287CE}" srcId="{0AB89CFB-9A03-4FA0-A88D-D11B4EB53A71}" destId="{67415072-C50E-4061-BD43-E3A2C7196491}" srcOrd="0" destOrd="0" parTransId="{D64918E6-F117-4903-9F5B-854698D155BF}" sibTransId="{70E6E90E-7C7E-4D3D-92BD-75AD74983515}"/>
    <dgm:cxn modelId="{25B7DF79-04F7-4E46-91E4-6133F31AC71A}" type="presOf" srcId="{51AEFA0B-CAB1-48D3-8F6C-B78F7A7AFB52}" destId="{B96EC6D6-8EA9-4B62-BDB9-CB1DFD9CDA4F}" srcOrd="1" destOrd="0" presId="urn:microsoft.com/office/officeart/2005/8/layout/orgChart1"/>
    <dgm:cxn modelId="{B3B15280-45CE-489D-8976-CBD7AA834FE4}" srcId="{67415072-C50E-4061-BD43-E3A2C7196491}" destId="{E6E9FF72-F652-47CA-A8C1-5F49E2AD8EB6}" srcOrd="3" destOrd="0" parTransId="{E34AEE65-9AE9-421C-BDCF-894A317E520C}" sibTransId="{CE913B76-2F68-4B8C-B6A7-8C9AD979BBB0}"/>
    <dgm:cxn modelId="{45DB1683-4A4E-4559-9E4E-F8DE87161C6B}" type="presOf" srcId="{67415072-C50E-4061-BD43-E3A2C7196491}" destId="{7E34002B-81D8-4EF8-97E7-AA15109226DE}" srcOrd="1" destOrd="0" presId="urn:microsoft.com/office/officeart/2005/8/layout/orgChart1"/>
    <dgm:cxn modelId="{ED663A84-C9A4-489F-B532-4EE3670C2E09}" srcId="{67415072-C50E-4061-BD43-E3A2C7196491}" destId="{636E8C0A-6AFE-4709-B08C-191630BED660}" srcOrd="7" destOrd="0" parTransId="{893CBBC2-BEA7-4C67-81F0-E6BB7D66205E}" sibTransId="{DA13B045-2D1B-4786-8C41-0986FC014FDB}"/>
    <dgm:cxn modelId="{6E63BA86-E31D-493D-AD1E-43129456B7E2}" type="presOf" srcId="{51AEFA0B-CAB1-48D3-8F6C-B78F7A7AFB52}" destId="{AE48483E-46DE-4CCC-9851-7E9BDF31EEC3}" srcOrd="0" destOrd="0" presId="urn:microsoft.com/office/officeart/2005/8/layout/orgChart1"/>
    <dgm:cxn modelId="{0E6D1396-6E91-4E2B-8943-4BB9781EA7C9}" type="presOf" srcId="{6B0615ED-A5F4-409E-BBB2-75BC19C58881}" destId="{FF3344BB-5114-4F0D-9BF1-1754B8172255}" srcOrd="0" destOrd="0" presId="urn:microsoft.com/office/officeart/2005/8/layout/orgChart1"/>
    <dgm:cxn modelId="{685BA396-0A5F-4B8F-93CD-7D423D34A1D2}" type="presOf" srcId="{636E8C0A-6AFE-4709-B08C-191630BED660}" destId="{D1CD291F-1416-4F1E-98EB-EFC1B3581216}" srcOrd="0" destOrd="0" presId="urn:microsoft.com/office/officeart/2005/8/layout/orgChart1"/>
    <dgm:cxn modelId="{7A8AE19B-56ED-4B67-B1BA-940130EBCEF1}" type="presOf" srcId="{E6E9FF72-F652-47CA-A8C1-5F49E2AD8EB6}" destId="{285B0EAA-F3D5-4A71-8B3D-34387649837D}" srcOrd="0" destOrd="0" presId="urn:microsoft.com/office/officeart/2005/8/layout/orgChart1"/>
    <dgm:cxn modelId="{F0159BBA-D3CC-44CD-ABF7-EAD387E52236}" srcId="{67415072-C50E-4061-BD43-E3A2C7196491}" destId="{74CDB080-DAC8-40C1-B772-4D334292CC26}" srcOrd="0" destOrd="0" parTransId="{CDB8726F-D040-4C43-89B9-D13C2F9F97EF}" sibTransId="{9BEF7D0B-2D0A-4307-BA27-DD4B3BE6052A}"/>
    <dgm:cxn modelId="{7F242DC6-5718-4BB0-86A3-5B8549053D4B}" type="presOf" srcId="{E6E9FF72-F652-47CA-A8C1-5F49E2AD8EB6}" destId="{1CA37C66-14A1-4054-AAAA-05353C982B68}" srcOrd="1" destOrd="0" presId="urn:microsoft.com/office/officeart/2005/8/layout/orgChart1"/>
    <dgm:cxn modelId="{81E359CA-A611-450C-A222-A5DB72ECF6B8}" srcId="{67415072-C50E-4061-BD43-E3A2C7196491}" destId="{16D8A83A-B848-4192-A2B9-018E70C1ED7E}" srcOrd="1" destOrd="0" parTransId="{6B0615ED-A5F4-409E-BBB2-75BC19C58881}" sibTransId="{240B15CD-DAA0-4937-8FA0-44B59A68E9B6}"/>
    <dgm:cxn modelId="{81AA69CC-58E0-44AF-B103-5726678C59D0}" type="presOf" srcId="{A6228E80-600E-47EE-9106-96C55FBA8C7A}" destId="{E694BF0F-1530-41FF-9AFB-3B21D17C77A7}" srcOrd="0" destOrd="0" presId="urn:microsoft.com/office/officeart/2005/8/layout/orgChart1"/>
    <dgm:cxn modelId="{2CEAFCDA-2BDD-419B-91AC-138629CD12AE}" srcId="{67415072-C50E-4061-BD43-E3A2C7196491}" destId="{FCEE4B7C-78DA-4798-8704-76B1480F5C23}" srcOrd="4" destOrd="0" parTransId="{73D111D4-174A-4D21-B1B3-AA563F4B0B50}" sibTransId="{99451696-0D1A-4B9A-8368-F46AAEFAC56F}"/>
    <dgm:cxn modelId="{CA8FE9EE-DEFE-494A-A2CE-6E334D9D765C}" type="presOf" srcId="{BDA097DD-D3FE-456B-B8F5-F8240A313C28}" destId="{74F849BC-179C-4149-A626-C9F4EE9B92F4}" srcOrd="1" destOrd="0" presId="urn:microsoft.com/office/officeart/2005/8/layout/orgChart1"/>
    <dgm:cxn modelId="{DDA84EF5-8BD1-4A62-BC36-62F1D32FEC38}" type="presOf" srcId="{16D8A83A-B848-4192-A2B9-018E70C1ED7E}" destId="{BF2FDE83-0828-4FAF-9A72-2886525ACB3B}" srcOrd="0" destOrd="0" presId="urn:microsoft.com/office/officeart/2005/8/layout/orgChart1"/>
    <dgm:cxn modelId="{0D3AC1FC-E868-47DF-AD51-371120F709DC}" type="presOf" srcId="{636E8C0A-6AFE-4709-B08C-191630BED660}" destId="{42981446-353D-4A7B-B40B-F90367920D8E}" srcOrd="1" destOrd="0" presId="urn:microsoft.com/office/officeart/2005/8/layout/orgChart1"/>
    <dgm:cxn modelId="{03831EFD-7CCB-437C-846A-17DA70820880}" type="presOf" srcId="{74CDB080-DAC8-40C1-B772-4D334292CC26}" destId="{CA0FBBB3-C5BF-442A-BC4A-E90F1259051A}" srcOrd="0" destOrd="0" presId="urn:microsoft.com/office/officeart/2005/8/layout/orgChart1"/>
    <dgm:cxn modelId="{5D2A7FBB-2D0D-41AB-9482-C49AD3716A14}" type="presParOf" srcId="{89F7E32E-F0A0-4157-9466-28638A3AD618}" destId="{3E8E8154-8E80-4C1A-BD72-4EDF8A83FE4D}" srcOrd="0" destOrd="0" presId="urn:microsoft.com/office/officeart/2005/8/layout/orgChart1"/>
    <dgm:cxn modelId="{CFF402B1-DAEF-4FBA-931E-378B89974DCC}" type="presParOf" srcId="{3E8E8154-8E80-4C1A-BD72-4EDF8A83FE4D}" destId="{36F7BC30-2635-4E36-BC42-D05CEE81F933}" srcOrd="0" destOrd="0" presId="urn:microsoft.com/office/officeart/2005/8/layout/orgChart1"/>
    <dgm:cxn modelId="{2A6FBD04-6148-41AB-AC85-2788DE3B70FC}" type="presParOf" srcId="{36F7BC30-2635-4E36-BC42-D05CEE81F933}" destId="{1EFB72C5-52AC-4CE4-A81C-88DD5CD3A580}" srcOrd="0" destOrd="0" presId="urn:microsoft.com/office/officeart/2005/8/layout/orgChart1"/>
    <dgm:cxn modelId="{2E7A6179-6A82-4893-9173-77D6D064EF53}" type="presParOf" srcId="{36F7BC30-2635-4E36-BC42-D05CEE81F933}" destId="{7E34002B-81D8-4EF8-97E7-AA15109226DE}" srcOrd="1" destOrd="0" presId="urn:microsoft.com/office/officeart/2005/8/layout/orgChart1"/>
    <dgm:cxn modelId="{CD86166B-B9A3-4801-B51C-6F42E83B88E9}" type="presParOf" srcId="{3E8E8154-8E80-4C1A-BD72-4EDF8A83FE4D}" destId="{7231CB9C-C8DF-4D7B-965A-3AD3AE46F0CC}" srcOrd="1" destOrd="0" presId="urn:microsoft.com/office/officeart/2005/8/layout/orgChart1"/>
    <dgm:cxn modelId="{AFEED87F-EBDD-4A98-9CC5-809FAFAD0354}" type="presParOf" srcId="{7231CB9C-C8DF-4D7B-965A-3AD3AE46F0CC}" destId="{9187C602-B5B7-4FD2-A240-8EB04DC460F0}" srcOrd="0" destOrd="0" presId="urn:microsoft.com/office/officeart/2005/8/layout/orgChart1"/>
    <dgm:cxn modelId="{DDC0DFE6-AEBD-45C3-9911-1B76B7957608}" type="presParOf" srcId="{7231CB9C-C8DF-4D7B-965A-3AD3AE46F0CC}" destId="{2CB03F0B-6CDA-4CDC-BB97-CC99CAD0A12A}" srcOrd="1" destOrd="0" presId="urn:microsoft.com/office/officeart/2005/8/layout/orgChart1"/>
    <dgm:cxn modelId="{A801CEB4-6A3A-4217-AFB6-9F9657237473}" type="presParOf" srcId="{2CB03F0B-6CDA-4CDC-BB97-CC99CAD0A12A}" destId="{BC6F46A5-FB5A-41A0-88B1-047441B1DCC8}" srcOrd="0" destOrd="0" presId="urn:microsoft.com/office/officeart/2005/8/layout/orgChart1"/>
    <dgm:cxn modelId="{7F06B9B9-52FF-463F-910B-F5149E0F7897}" type="presParOf" srcId="{BC6F46A5-FB5A-41A0-88B1-047441B1DCC8}" destId="{CA0FBBB3-C5BF-442A-BC4A-E90F1259051A}" srcOrd="0" destOrd="0" presId="urn:microsoft.com/office/officeart/2005/8/layout/orgChart1"/>
    <dgm:cxn modelId="{3DFDCFB7-3C25-426E-B023-B73CDEA0FD3B}" type="presParOf" srcId="{BC6F46A5-FB5A-41A0-88B1-047441B1DCC8}" destId="{8BE8A5C6-D46C-4AFB-B947-B98F7236A193}" srcOrd="1" destOrd="0" presId="urn:microsoft.com/office/officeart/2005/8/layout/orgChart1"/>
    <dgm:cxn modelId="{6C968C47-DADA-45EE-8F2C-F85D16BDA4F8}" type="presParOf" srcId="{2CB03F0B-6CDA-4CDC-BB97-CC99CAD0A12A}" destId="{DDE2042A-CB2D-464D-BA17-B18C1338E147}" srcOrd="1" destOrd="0" presId="urn:microsoft.com/office/officeart/2005/8/layout/orgChart1"/>
    <dgm:cxn modelId="{AF8FF76D-4461-4A5A-AE14-149392A28E2A}" type="presParOf" srcId="{2CB03F0B-6CDA-4CDC-BB97-CC99CAD0A12A}" destId="{BFD15DF7-1934-469D-ABFB-07433F43A34D}" srcOrd="2" destOrd="0" presId="urn:microsoft.com/office/officeart/2005/8/layout/orgChart1"/>
    <dgm:cxn modelId="{D6AAD38D-9FFF-46B9-8071-C8DD49F74143}" type="presParOf" srcId="{7231CB9C-C8DF-4D7B-965A-3AD3AE46F0CC}" destId="{FF3344BB-5114-4F0D-9BF1-1754B8172255}" srcOrd="2" destOrd="0" presId="urn:microsoft.com/office/officeart/2005/8/layout/orgChart1"/>
    <dgm:cxn modelId="{C1EF2F47-38A1-49B2-B380-B8C37A282BE6}" type="presParOf" srcId="{7231CB9C-C8DF-4D7B-965A-3AD3AE46F0CC}" destId="{01B98EAB-C884-4CF3-897F-B7938B9BEAE6}" srcOrd="3" destOrd="0" presId="urn:microsoft.com/office/officeart/2005/8/layout/orgChart1"/>
    <dgm:cxn modelId="{DCA623B4-C01A-4AB5-8F87-4D74097F3F03}" type="presParOf" srcId="{01B98EAB-C884-4CF3-897F-B7938B9BEAE6}" destId="{68A112C0-0680-466B-AECC-5A3D1BBC0AF1}" srcOrd="0" destOrd="0" presId="urn:microsoft.com/office/officeart/2005/8/layout/orgChart1"/>
    <dgm:cxn modelId="{8EEE048E-8158-4E0C-AECE-45B3DA58B8E3}" type="presParOf" srcId="{68A112C0-0680-466B-AECC-5A3D1BBC0AF1}" destId="{BF2FDE83-0828-4FAF-9A72-2886525ACB3B}" srcOrd="0" destOrd="0" presId="urn:microsoft.com/office/officeart/2005/8/layout/orgChart1"/>
    <dgm:cxn modelId="{E816C0B2-88E6-4040-B60C-823C1DB9F397}" type="presParOf" srcId="{68A112C0-0680-466B-AECC-5A3D1BBC0AF1}" destId="{E8DAE183-E8EF-4B67-8813-98AFC49AF89A}" srcOrd="1" destOrd="0" presId="urn:microsoft.com/office/officeart/2005/8/layout/orgChart1"/>
    <dgm:cxn modelId="{2183944F-F068-41BD-BFB5-9D051956A904}" type="presParOf" srcId="{01B98EAB-C884-4CF3-897F-B7938B9BEAE6}" destId="{FDAC1CDE-9CFF-472D-8984-014F717401F2}" srcOrd="1" destOrd="0" presId="urn:microsoft.com/office/officeart/2005/8/layout/orgChart1"/>
    <dgm:cxn modelId="{DEC56A3A-E943-4964-8053-2C6BBEA709D5}" type="presParOf" srcId="{01B98EAB-C884-4CF3-897F-B7938B9BEAE6}" destId="{79BE321E-5CF1-4FCD-BF98-8E5B7E7B5F0B}" srcOrd="2" destOrd="0" presId="urn:microsoft.com/office/officeart/2005/8/layout/orgChart1"/>
    <dgm:cxn modelId="{B46B7371-B3A0-4395-9ACE-CC1B02B7047D}" type="presParOf" srcId="{7231CB9C-C8DF-4D7B-965A-3AD3AE46F0CC}" destId="{E694BF0F-1530-41FF-9AFB-3B21D17C77A7}" srcOrd="4" destOrd="0" presId="urn:microsoft.com/office/officeart/2005/8/layout/orgChart1"/>
    <dgm:cxn modelId="{7CFDDB67-CB33-4673-B9F0-B7153805DAE4}" type="presParOf" srcId="{7231CB9C-C8DF-4D7B-965A-3AD3AE46F0CC}" destId="{4A606AE6-88A7-42F3-9042-1D86DC51F83B}" srcOrd="5" destOrd="0" presId="urn:microsoft.com/office/officeart/2005/8/layout/orgChart1"/>
    <dgm:cxn modelId="{0692B3E6-EA5F-43AD-8A47-AA5751224CE7}" type="presParOf" srcId="{4A606AE6-88A7-42F3-9042-1D86DC51F83B}" destId="{1B208CC1-B446-4065-8ACE-3D0ADE5BEEC1}" srcOrd="0" destOrd="0" presId="urn:microsoft.com/office/officeart/2005/8/layout/orgChart1"/>
    <dgm:cxn modelId="{6E67A617-102E-42C7-BFDD-E478DEB18A21}" type="presParOf" srcId="{1B208CC1-B446-4065-8ACE-3D0ADE5BEEC1}" destId="{33BBF254-C2F0-44F5-9471-2D176A9265F2}" srcOrd="0" destOrd="0" presId="urn:microsoft.com/office/officeart/2005/8/layout/orgChart1"/>
    <dgm:cxn modelId="{D97CC458-6AA0-481C-9DB0-FE7025ADE3DD}" type="presParOf" srcId="{1B208CC1-B446-4065-8ACE-3D0ADE5BEEC1}" destId="{74F849BC-179C-4149-A626-C9F4EE9B92F4}" srcOrd="1" destOrd="0" presId="urn:microsoft.com/office/officeart/2005/8/layout/orgChart1"/>
    <dgm:cxn modelId="{08A34022-92A0-4006-A52E-05B7ADC1CC99}" type="presParOf" srcId="{4A606AE6-88A7-42F3-9042-1D86DC51F83B}" destId="{2EF14896-7BF3-4AC7-93D4-3A184B2D2CF7}" srcOrd="1" destOrd="0" presId="urn:microsoft.com/office/officeart/2005/8/layout/orgChart1"/>
    <dgm:cxn modelId="{9AB84217-4DC1-4CF1-845B-DDA02AFFAE69}" type="presParOf" srcId="{4A606AE6-88A7-42F3-9042-1D86DC51F83B}" destId="{24A3CD9B-6501-471F-A080-C7B78F7F20CE}" srcOrd="2" destOrd="0" presId="urn:microsoft.com/office/officeart/2005/8/layout/orgChart1"/>
    <dgm:cxn modelId="{C894530C-484C-42F8-AF4F-A30B0B236449}" type="presParOf" srcId="{7231CB9C-C8DF-4D7B-965A-3AD3AE46F0CC}" destId="{CC3E4754-24EC-4A0F-8308-0110811FDE43}" srcOrd="6" destOrd="0" presId="urn:microsoft.com/office/officeart/2005/8/layout/orgChart1"/>
    <dgm:cxn modelId="{3DE63364-A180-4628-BEDB-6527EE14F63D}" type="presParOf" srcId="{7231CB9C-C8DF-4D7B-965A-3AD3AE46F0CC}" destId="{8BDAA06F-F85E-4CB8-A9FD-1AD50C37386A}" srcOrd="7" destOrd="0" presId="urn:microsoft.com/office/officeart/2005/8/layout/orgChart1"/>
    <dgm:cxn modelId="{CE4F16A4-195A-4137-BFC8-626E3878B96B}" type="presParOf" srcId="{8BDAA06F-F85E-4CB8-A9FD-1AD50C37386A}" destId="{1DDBA309-C342-4E1A-91B5-2C6BD97FB20E}" srcOrd="0" destOrd="0" presId="urn:microsoft.com/office/officeart/2005/8/layout/orgChart1"/>
    <dgm:cxn modelId="{2035B58E-0648-4B1F-9A25-2FBF70D3FD79}" type="presParOf" srcId="{1DDBA309-C342-4E1A-91B5-2C6BD97FB20E}" destId="{285B0EAA-F3D5-4A71-8B3D-34387649837D}" srcOrd="0" destOrd="0" presId="urn:microsoft.com/office/officeart/2005/8/layout/orgChart1"/>
    <dgm:cxn modelId="{D51CDB86-4DD0-468E-8E63-66679A74166A}" type="presParOf" srcId="{1DDBA309-C342-4E1A-91B5-2C6BD97FB20E}" destId="{1CA37C66-14A1-4054-AAAA-05353C982B68}" srcOrd="1" destOrd="0" presId="urn:microsoft.com/office/officeart/2005/8/layout/orgChart1"/>
    <dgm:cxn modelId="{1F6D015D-C59B-4131-9389-FAC3631AF2A6}" type="presParOf" srcId="{8BDAA06F-F85E-4CB8-A9FD-1AD50C37386A}" destId="{FD48554F-8802-4E23-85F7-6C8786CE19DB}" srcOrd="1" destOrd="0" presId="urn:microsoft.com/office/officeart/2005/8/layout/orgChart1"/>
    <dgm:cxn modelId="{159D0E56-4BB1-47AA-B2DF-5953D7553F40}" type="presParOf" srcId="{8BDAA06F-F85E-4CB8-A9FD-1AD50C37386A}" destId="{968DE114-1D02-4414-8367-E09B3EA83FAF}" srcOrd="2" destOrd="0" presId="urn:microsoft.com/office/officeart/2005/8/layout/orgChart1"/>
    <dgm:cxn modelId="{39DBC323-1810-40BD-AF58-8442E2A30D30}" type="presParOf" srcId="{7231CB9C-C8DF-4D7B-965A-3AD3AE46F0CC}" destId="{7C5079DC-9D07-4CF2-A4B1-8F21F821937F}" srcOrd="8" destOrd="0" presId="urn:microsoft.com/office/officeart/2005/8/layout/orgChart1"/>
    <dgm:cxn modelId="{0BD68E5F-D3A8-4779-AD90-D935452F5BF1}" type="presParOf" srcId="{7231CB9C-C8DF-4D7B-965A-3AD3AE46F0CC}" destId="{C42E7A99-E789-4EDA-9BFC-B1F832507E0D}" srcOrd="9" destOrd="0" presId="urn:microsoft.com/office/officeart/2005/8/layout/orgChart1"/>
    <dgm:cxn modelId="{511B3F80-DE6F-4F22-9955-CE7835982054}" type="presParOf" srcId="{C42E7A99-E789-4EDA-9BFC-B1F832507E0D}" destId="{0368C464-E9FB-484B-97E7-97354E6A7FF4}" srcOrd="0" destOrd="0" presId="urn:microsoft.com/office/officeart/2005/8/layout/orgChart1"/>
    <dgm:cxn modelId="{C38769BD-647E-470F-A1F9-C9D2E02F3413}" type="presParOf" srcId="{0368C464-E9FB-484B-97E7-97354E6A7FF4}" destId="{46D5DD79-264F-4E68-B41E-06DFBB21945A}" srcOrd="0" destOrd="0" presId="urn:microsoft.com/office/officeart/2005/8/layout/orgChart1"/>
    <dgm:cxn modelId="{E68F651D-74C3-4619-B82D-8D732FB648E9}" type="presParOf" srcId="{0368C464-E9FB-484B-97E7-97354E6A7FF4}" destId="{83BA0196-AABC-47BB-88E1-876B65E84DDD}" srcOrd="1" destOrd="0" presId="urn:microsoft.com/office/officeart/2005/8/layout/orgChart1"/>
    <dgm:cxn modelId="{73A26101-E20B-4A46-B53B-151D59680AD6}" type="presParOf" srcId="{C42E7A99-E789-4EDA-9BFC-B1F832507E0D}" destId="{1FD0F0D5-0855-44B3-84FE-85132B4F5533}" srcOrd="1" destOrd="0" presId="urn:microsoft.com/office/officeart/2005/8/layout/orgChart1"/>
    <dgm:cxn modelId="{1493B7BD-CD7F-4E73-95B6-605644901324}" type="presParOf" srcId="{C42E7A99-E789-4EDA-9BFC-B1F832507E0D}" destId="{3E99ACB8-ACE8-462A-A4A9-35FB0F4BF310}" srcOrd="2" destOrd="0" presId="urn:microsoft.com/office/officeart/2005/8/layout/orgChart1"/>
    <dgm:cxn modelId="{8F0EAA78-DA56-467D-A546-5AF120701207}" type="presParOf" srcId="{7231CB9C-C8DF-4D7B-965A-3AD3AE46F0CC}" destId="{1F54C3FC-1E0D-4EC2-8FEE-C87C28F7F41B}" srcOrd="10" destOrd="0" presId="urn:microsoft.com/office/officeart/2005/8/layout/orgChart1"/>
    <dgm:cxn modelId="{4D1E5946-5FA9-4FCB-AF25-E3D367FE1293}" type="presParOf" srcId="{7231CB9C-C8DF-4D7B-965A-3AD3AE46F0CC}" destId="{B1BC2C63-8770-4E42-B06F-DDB3A84876DC}" srcOrd="11" destOrd="0" presId="urn:microsoft.com/office/officeart/2005/8/layout/orgChart1"/>
    <dgm:cxn modelId="{F0964BB7-ED5C-41CA-A795-8D8182DC1E99}" type="presParOf" srcId="{B1BC2C63-8770-4E42-B06F-DDB3A84876DC}" destId="{8FFED339-5426-41BB-8A03-CAF700C44C15}" srcOrd="0" destOrd="0" presId="urn:microsoft.com/office/officeart/2005/8/layout/orgChart1"/>
    <dgm:cxn modelId="{F5A5A452-9D0B-4672-A8A8-971B6DD9A79D}" type="presParOf" srcId="{8FFED339-5426-41BB-8A03-CAF700C44C15}" destId="{CCB7028C-3029-4256-BB5C-68D4622792E3}" srcOrd="0" destOrd="0" presId="urn:microsoft.com/office/officeart/2005/8/layout/orgChart1"/>
    <dgm:cxn modelId="{1AD5ECF3-429F-49E7-9E0E-04BCFEB07453}" type="presParOf" srcId="{8FFED339-5426-41BB-8A03-CAF700C44C15}" destId="{31487482-283A-4EFA-8238-5691FFAF5A4F}" srcOrd="1" destOrd="0" presId="urn:microsoft.com/office/officeart/2005/8/layout/orgChart1"/>
    <dgm:cxn modelId="{6D9FA1BA-BD98-4DDE-B40B-A21ECA937D98}" type="presParOf" srcId="{B1BC2C63-8770-4E42-B06F-DDB3A84876DC}" destId="{3E59FFBB-151E-4171-A3FB-15F951B314AE}" srcOrd="1" destOrd="0" presId="urn:microsoft.com/office/officeart/2005/8/layout/orgChart1"/>
    <dgm:cxn modelId="{22F92509-BCE4-44CF-B9C6-8912B0AE25E3}" type="presParOf" srcId="{B1BC2C63-8770-4E42-B06F-DDB3A84876DC}" destId="{B6896804-DE63-4EA9-BBFF-144F70E33C84}" srcOrd="2" destOrd="0" presId="urn:microsoft.com/office/officeart/2005/8/layout/orgChart1"/>
    <dgm:cxn modelId="{741DE4A1-6310-4979-B8B6-F3EBBE9F74DD}" type="presParOf" srcId="{7231CB9C-C8DF-4D7B-965A-3AD3AE46F0CC}" destId="{8F6942EB-C585-40F5-8D3F-F042D8C6731A}" srcOrd="12" destOrd="0" presId="urn:microsoft.com/office/officeart/2005/8/layout/orgChart1"/>
    <dgm:cxn modelId="{7869D6F7-3BDD-4140-9B08-6DCF230B6060}" type="presParOf" srcId="{7231CB9C-C8DF-4D7B-965A-3AD3AE46F0CC}" destId="{9175991E-913D-4829-AB7E-02CF04734E6A}" srcOrd="13" destOrd="0" presId="urn:microsoft.com/office/officeart/2005/8/layout/orgChart1"/>
    <dgm:cxn modelId="{BAAAB98A-7406-48F1-9BAA-DF9BED75B7BF}" type="presParOf" srcId="{9175991E-913D-4829-AB7E-02CF04734E6A}" destId="{826488A8-6777-4419-8C11-D864995BCF56}" srcOrd="0" destOrd="0" presId="urn:microsoft.com/office/officeart/2005/8/layout/orgChart1"/>
    <dgm:cxn modelId="{D4F38336-F368-46E5-AEA9-CB5829AAD6CB}" type="presParOf" srcId="{826488A8-6777-4419-8C11-D864995BCF56}" destId="{AE48483E-46DE-4CCC-9851-7E9BDF31EEC3}" srcOrd="0" destOrd="0" presId="urn:microsoft.com/office/officeart/2005/8/layout/orgChart1"/>
    <dgm:cxn modelId="{9C13802F-EEEF-4BB4-BACB-4A2B2D7DFFA4}" type="presParOf" srcId="{826488A8-6777-4419-8C11-D864995BCF56}" destId="{B96EC6D6-8EA9-4B62-BDB9-CB1DFD9CDA4F}" srcOrd="1" destOrd="0" presId="urn:microsoft.com/office/officeart/2005/8/layout/orgChart1"/>
    <dgm:cxn modelId="{95B907B1-90B4-4B06-B970-D687F70D7965}" type="presParOf" srcId="{9175991E-913D-4829-AB7E-02CF04734E6A}" destId="{BB3E1162-19B4-4924-93ED-FEEC2825597F}" srcOrd="1" destOrd="0" presId="urn:microsoft.com/office/officeart/2005/8/layout/orgChart1"/>
    <dgm:cxn modelId="{390E8F0F-29D3-47BD-A234-0D0206966870}" type="presParOf" srcId="{9175991E-913D-4829-AB7E-02CF04734E6A}" destId="{5B169E75-9668-4B09-90AF-54E39C12DC91}" srcOrd="2" destOrd="0" presId="urn:microsoft.com/office/officeart/2005/8/layout/orgChart1"/>
    <dgm:cxn modelId="{724046E1-6CA5-453A-B9D5-B116E2125E3D}" type="presParOf" srcId="{7231CB9C-C8DF-4D7B-965A-3AD3AE46F0CC}" destId="{5803D398-5D4C-419F-9607-E36C560B2321}" srcOrd="14" destOrd="0" presId="urn:microsoft.com/office/officeart/2005/8/layout/orgChart1"/>
    <dgm:cxn modelId="{56D0F42D-7923-4781-B0AA-0D650B4BCE33}" type="presParOf" srcId="{7231CB9C-C8DF-4D7B-965A-3AD3AE46F0CC}" destId="{6FA3BFF8-A893-4EEF-9C22-2ABB0B70EE7F}" srcOrd="15" destOrd="0" presId="urn:microsoft.com/office/officeart/2005/8/layout/orgChart1"/>
    <dgm:cxn modelId="{FE3E2B94-86F6-4DA6-93FD-2359CAD0E1E9}" type="presParOf" srcId="{6FA3BFF8-A893-4EEF-9C22-2ABB0B70EE7F}" destId="{81D4E365-4A0E-4205-8146-AB015A369BD0}" srcOrd="0" destOrd="0" presId="urn:microsoft.com/office/officeart/2005/8/layout/orgChart1"/>
    <dgm:cxn modelId="{8A0D1F6C-3100-44B5-8463-08A7DCE16C7E}" type="presParOf" srcId="{81D4E365-4A0E-4205-8146-AB015A369BD0}" destId="{D1CD291F-1416-4F1E-98EB-EFC1B3581216}" srcOrd="0" destOrd="0" presId="urn:microsoft.com/office/officeart/2005/8/layout/orgChart1"/>
    <dgm:cxn modelId="{ECDAFDA2-D759-4BFD-B60E-F2FB1049C18F}" type="presParOf" srcId="{81D4E365-4A0E-4205-8146-AB015A369BD0}" destId="{42981446-353D-4A7B-B40B-F90367920D8E}" srcOrd="1" destOrd="0" presId="urn:microsoft.com/office/officeart/2005/8/layout/orgChart1"/>
    <dgm:cxn modelId="{FDE34F45-0E91-4CBD-A431-97B979BFC163}" type="presParOf" srcId="{6FA3BFF8-A893-4EEF-9C22-2ABB0B70EE7F}" destId="{92EB0B13-BE76-4E8B-A254-61E567C6C94B}" srcOrd="1" destOrd="0" presId="urn:microsoft.com/office/officeart/2005/8/layout/orgChart1"/>
    <dgm:cxn modelId="{4BA50069-38D5-4CBB-B87C-12D3155B865C}" type="presParOf" srcId="{6FA3BFF8-A893-4EEF-9C22-2ABB0B70EE7F}" destId="{2F791913-956A-4088-9C51-7A973C0E674D}" srcOrd="2" destOrd="0" presId="urn:microsoft.com/office/officeart/2005/8/layout/orgChart1"/>
    <dgm:cxn modelId="{25ABC51E-E3CB-4F4D-893E-EF9F8C3E1C4A}" type="presParOf" srcId="{3E8E8154-8E80-4C1A-BD72-4EDF8A83FE4D}" destId="{E08EA480-DE7B-4718-B79B-4A1D2D8259F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AB89CFB-9A03-4FA0-A88D-D11B4EB53A7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7415072-C50E-4061-BD43-E3A2C7196491}">
      <dgm:prSet phldrT="[Text]" phldr="0"/>
      <dgm:spPr/>
      <dgm:t>
        <a:bodyPr/>
        <a:lstStyle/>
        <a:p>
          <a:pPr algn="l"/>
          <a:r>
            <a:rPr lang="en-US" dirty="0"/>
            <a:t>“</a:t>
          </a:r>
          <a:r>
            <a:rPr lang="en-US" dirty="0">
              <a:hlinkClick xmlns:r="http://schemas.openxmlformats.org/officeDocument/2006/relationships" r:id="rId1"/>
            </a:rPr>
            <a:t>The good </a:t>
          </a:r>
          <a:r>
            <a:rPr lang="en-US" b="1" dirty="0">
              <a:hlinkClick xmlns:r="http://schemas.openxmlformats.org/officeDocument/2006/relationships" r:id="rId1"/>
            </a:rPr>
            <a:t>news is summarized </a:t>
          </a:r>
          <a:r>
            <a:rPr lang="en-US" dirty="0">
              <a:hlinkClick xmlns:r="http://schemas.openxmlformats.org/officeDocument/2006/relationships" r:id="rId1"/>
            </a:rPr>
            <a:t>well” by Rev 5:9-10 which is packed with “</a:t>
          </a:r>
          <a:r>
            <a:rPr lang="en-US" b="1" dirty="0">
              <a:hlinkClick xmlns:r="http://schemas.openxmlformats.org/officeDocument/2006/relationships" r:id="rId1"/>
            </a:rPr>
            <a:t>the person and work of Christ as prophet</a:t>
          </a:r>
          <a:r>
            <a:rPr lang="en-US" dirty="0">
              <a:hlinkClick xmlns:r="http://schemas.openxmlformats.org/officeDocument/2006/relationships" r:id="rId1"/>
            </a:rPr>
            <a:t>, priest , and king, a catholic ecclesiology, and the future consummation of the kingdom.</a:t>
          </a:r>
          <a:r>
            <a:rPr lang="en-US" dirty="0"/>
            <a:t>”(63)</a:t>
          </a:r>
        </a:p>
      </dgm:t>
    </dgm:pt>
    <dgm:pt modelId="{D64918E6-F117-4903-9F5B-854698D155BF}" type="parTrans" cxnId="{7224D279-2521-4E9F-88BB-DF3584F287CE}">
      <dgm:prSet/>
      <dgm:spPr/>
      <dgm:t>
        <a:bodyPr/>
        <a:lstStyle/>
        <a:p>
          <a:pPr algn="l"/>
          <a:endParaRPr lang="en-US"/>
        </a:p>
      </dgm:t>
    </dgm:pt>
    <dgm:pt modelId="{70E6E90E-7C7E-4D3D-92BD-75AD74983515}" type="sibTrans" cxnId="{7224D279-2521-4E9F-88BB-DF3584F287CE}">
      <dgm:prSet/>
      <dgm:spPr/>
      <dgm:t>
        <a:bodyPr/>
        <a:lstStyle/>
        <a:p>
          <a:pPr algn="l"/>
          <a:endParaRPr lang="en-US"/>
        </a:p>
      </dgm:t>
    </dgm:pt>
    <dgm:pt modelId="{74CDB080-DAC8-40C1-B772-4D334292CC26}">
      <dgm:prSet phldrT="[Text]" phldr="0"/>
      <dgm:spPr/>
      <dgm:t>
        <a:bodyPr/>
        <a:lstStyle/>
        <a:p>
          <a:pPr algn="l"/>
          <a:r>
            <a:rPr lang="en-US" dirty="0"/>
            <a:t>For Reformers “</a:t>
          </a:r>
          <a:r>
            <a:rPr lang="en-US" b="1" dirty="0"/>
            <a:t>the work of Christ has been treated under the </a:t>
          </a:r>
          <a:r>
            <a:rPr lang="en-US" dirty="0"/>
            <a:t>integrative rubric of prophet, priest and king” (64, par. 1)</a:t>
          </a:r>
          <a:br>
            <a:rPr lang="en-US" dirty="0"/>
          </a:br>
          <a:r>
            <a:rPr lang="en-US" dirty="0"/>
            <a:t>“The scope of Scripture is Christ as he is clothed in his gospel”(66, par. 2)</a:t>
          </a:r>
          <a:br>
            <a:rPr lang="en-US" dirty="0"/>
          </a:br>
          <a:r>
            <a:rPr lang="en-US" i="1" dirty="0"/>
            <a:t>implicit: Such treatment implies that Reformer’s summary of gospel has  this same characteristic.</a:t>
          </a:r>
        </a:p>
      </dgm:t>
    </dgm:pt>
    <dgm:pt modelId="{CDB8726F-D040-4C43-89B9-D13C2F9F97EF}" type="parTrans" cxnId="{F0159BBA-D3CC-44CD-ABF7-EAD387E52236}">
      <dgm:prSet/>
      <dgm:spPr/>
      <dgm:t>
        <a:bodyPr/>
        <a:lstStyle/>
        <a:p>
          <a:pPr algn="l"/>
          <a:endParaRPr lang="en-US"/>
        </a:p>
      </dgm:t>
    </dgm:pt>
    <dgm:pt modelId="{9BEF7D0B-2D0A-4307-BA27-DD4B3BE6052A}" type="sibTrans" cxnId="{F0159BBA-D3CC-44CD-ABF7-EAD387E52236}">
      <dgm:prSet/>
      <dgm:spPr/>
      <dgm:t>
        <a:bodyPr/>
        <a:lstStyle/>
        <a:p>
          <a:pPr algn="l"/>
          <a:endParaRPr lang="en-US"/>
        </a:p>
      </dgm:t>
    </dgm:pt>
    <dgm:pt modelId="{16D8A83A-B848-4192-A2B9-018E70C1ED7E}">
      <dgm:prSet phldrT="[Text]" phldr="0"/>
      <dgm:spPr/>
      <dgm:t>
        <a:bodyPr/>
        <a:lstStyle/>
        <a:p>
          <a:pPr algn="l"/>
          <a:r>
            <a:rPr lang="en-US" dirty="0"/>
            <a:t>“</a:t>
          </a:r>
          <a:r>
            <a:rPr lang="en-US" b="1" dirty="0"/>
            <a:t>Alternatives to the so-called </a:t>
          </a:r>
          <a:r>
            <a:rPr lang="en-US" dirty="0"/>
            <a:t>Reformation Gospel are reductionistic in their view of the plight and solution”(65, par.2) </a:t>
          </a:r>
          <a:br>
            <a:rPr lang="en-US" dirty="0"/>
          </a:br>
          <a:r>
            <a:rPr lang="en-US" i="1" dirty="0"/>
            <a:t>implicit: Reformer’s Gospel summarizes the full view of plight and solution</a:t>
          </a:r>
          <a:endParaRPr lang="en-US" dirty="0"/>
        </a:p>
      </dgm:t>
    </dgm:pt>
    <dgm:pt modelId="{6B0615ED-A5F4-409E-BBB2-75BC19C58881}" type="parTrans" cxnId="{81E359CA-A611-450C-A222-A5DB72ECF6B8}">
      <dgm:prSet/>
      <dgm:spPr/>
      <dgm:t>
        <a:bodyPr/>
        <a:lstStyle/>
        <a:p>
          <a:pPr algn="l"/>
          <a:endParaRPr lang="en-US"/>
        </a:p>
      </dgm:t>
    </dgm:pt>
    <dgm:pt modelId="{240B15CD-DAA0-4937-8FA0-44B59A68E9B6}" type="sibTrans" cxnId="{81E359CA-A611-450C-A222-A5DB72ECF6B8}">
      <dgm:prSet/>
      <dgm:spPr/>
      <dgm:t>
        <a:bodyPr/>
        <a:lstStyle/>
        <a:p>
          <a:endParaRPr lang="en-US"/>
        </a:p>
      </dgm:t>
    </dgm:pt>
    <dgm:pt modelId="{8B179311-DE5F-4DF9-B516-E6A4E1AAEEFB}">
      <dgm:prSet phldrT="[Text]" phldr="0"/>
      <dgm:spPr/>
      <dgm:t>
        <a:bodyPr/>
        <a:lstStyle/>
        <a:p>
          <a:pPr algn="l"/>
          <a:r>
            <a:rPr lang="en-US" dirty="0"/>
            <a:t>Calvin: “</a:t>
          </a:r>
          <a:r>
            <a:rPr lang="en-US" b="1" dirty="0"/>
            <a:t>We see that our whole salvation </a:t>
          </a:r>
          <a:r>
            <a:rPr lang="en-US" dirty="0"/>
            <a:t>and all its part are comprehended in Christ” (64, par.3)</a:t>
          </a:r>
        </a:p>
      </dgm:t>
    </dgm:pt>
    <dgm:pt modelId="{D0032DC6-ECA8-4442-9CAE-EA7D3B95EAB8}" type="parTrans" cxnId="{CEA830DB-9471-4DF7-B2A8-26AE95BCC0FF}">
      <dgm:prSet/>
      <dgm:spPr/>
      <dgm:t>
        <a:bodyPr/>
        <a:lstStyle/>
        <a:p>
          <a:pPr algn="l"/>
          <a:endParaRPr lang="en-US"/>
        </a:p>
      </dgm:t>
    </dgm:pt>
    <dgm:pt modelId="{89DBA5D9-00D5-4076-ADF1-9039584FCB11}" type="sibTrans" cxnId="{CEA830DB-9471-4DF7-B2A8-26AE95BCC0FF}">
      <dgm:prSet/>
      <dgm:spPr/>
      <dgm:t>
        <a:bodyPr/>
        <a:lstStyle/>
        <a:p>
          <a:endParaRPr lang="en-US"/>
        </a:p>
      </dgm:t>
    </dgm:pt>
    <dgm:pt modelId="{3BE5C558-6D7D-4F7B-8A42-5329CB4F7C73}">
      <dgm:prSet phldrT="[Text]" phldr="0"/>
      <dgm:spPr/>
      <dgm:t>
        <a:bodyPr/>
        <a:lstStyle/>
        <a:p>
          <a:pPr algn="l"/>
          <a:r>
            <a:rPr lang="en-US" dirty="0"/>
            <a:t>“The </a:t>
          </a:r>
          <a:r>
            <a:rPr lang="en-US" b="1" dirty="0"/>
            <a:t>curse resulting from the fall </a:t>
          </a:r>
          <a:r>
            <a:rPr lang="en-US" dirty="0"/>
            <a:t>is all-</a:t>
          </a:r>
          <a:r>
            <a:rPr lang="en-US" dirty="0" err="1"/>
            <a:t>emcompassing</a:t>
          </a:r>
          <a:r>
            <a:rPr lang="en-US" dirty="0"/>
            <a:t>” (65, par. 3)</a:t>
          </a:r>
          <a:br>
            <a:rPr lang="en-US" dirty="0"/>
          </a:br>
          <a:r>
            <a:rPr lang="en-US" i="1" dirty="0"/>
            <a:t>Implicit: The root cause of all plights is the fall.</a:t>
          </a:r>
          <a:endParaRPr lang="en-US" dirty="0"/>
        </a:p>
      </dgm:t>
    </dgm:pt>
    <dgm:pt modelId="{8808E928-9269-41D9-89B0-F13EE1D7D0AF}" type="parTrans" cxnId="{8F634E40-ACAF-406F-B425-87889A6D0565}">
      <dgm:prSet/>
      <dgm:spPr/>
      <dgm:t>
        <a:bodyPr/>
        <a:lstStyle/>
        <a:p>
          <a:pPr algn="l"/>
          <a:endParaRPr lang="en-US"/>
        </a:p>
      </dgm:t>
    </dgm:pt>
    <dgm:pt modelId="{58443341-D5D4-4464-987C-5D733294AAC0}" type="sibTrans" cxnId="{8F634E40-ACAF-406F-B425-87889A6D0565}">
      <dgm:prSet/>
      <dgm:spPr/>
      <dgm:t>
        <a:bodyPr/>
        <a:lstStyle/>
        <a:p>
          <a:endParaRPr lang="en-US"/>
        </a:p>
      </dgm:t>
    </dgm:pt>
    <dgm:pt modelId="{A23B3BB9-101D-4A4A-849D-9403D4601BE6}">
      <dgm:prSet phldrT="[Text]" phldr="0"/>
      <dgm:spPr/>
      <dgm:t>
        <a:bodyPr/>
        <a:lstStyle/>
        <a:p>
          <a:pPr algn="l"/>
          <a:r>
            <a:rPr lang="en-US" dirty="0"/>
            <a:t>“</a:t>
          </a:r>
          <a:r>
            <a:rPr lang="en-US" b="1" dirty="0"/>
            <a:t>Christ himself is the </a:t>
          </a:r>
          <a:r>
            <a:rPr lang="en-US" b="1"/>
            <a:t>solution </a:t>
          </a:r>
          <a:r>
            <a:rPr lang="en-US"/>
            <a:t>the </a:t>
          </a:r>
          <a:r>
            <a:rPr lang="en-US" dirty="0"/>
            <a:t>extensiveness of the curse”(66, par. 12)</a:t>
          </a:r>
        </a:p>
      </dgm:t>
    </dgm:pt>
    <dgm:pt modelId="{71827D57-6512-4BB1-A5DC-920163D1C6DD}" type="parTrans" cxnId="{C53C8DA6-5738-4D34-941E-BAF93A742E9F}">
      <dgm:prSet/>
      <dgm:spPr/>
      <dgm:t>
        <a:bodyPr/>
        <a:lstStyle/>
        <a:p>
          <a:pPr algn="l"/>
          <a:endParaRPr lang="en-US"/>
        </a:p>
      </dgm:t>
    </dgm:pt>
    <dgm:pt modelId="{4B279A39-A490-4C93-9C26-F6DE93A6DE97}" type="sibTrans" cxnId="{C53C8DA6-5738-4D34-941E-BAF93A742E9F}">
      <dgm:prSet/>
      <dgm:spPr/>
      <dgm:t>
        <a:bodyPr/>
        <a:lstStyle/>
        <a:p>
          <a:endParaRPr lang="en-US"/>
        </a:p>
      </dgm:t>
    </dgm:pt>
    <dgm:pt modelId="{1E956FCB-CC57-49BE-A33F-A39FE02CB6F7}">
      <dgm:prSet phldrT="[Text]" phldr="0"/>
      <dgm:spPr/>
      <dgm:t>
        <a:bodyPr/>
        <a:lstStyle/>
        <a:p>
          <a:pPr algn="l"/>
          <a:r>
            <a:rPr lang="en-US" dirty="0"/>
            <a:t>“However, </a:t>
          </a:r>
          <a:r>
            <a:rPr lang="en-US" b="1" dirty="0"/>
            <a:t>apart from the justification of the ungodly</a:t>
          </a:r>
          <a:r>
            <a:rPr lang="en-US" dirty="0"/>
            <a:t>, even the most majestic facets become condemning law for me as a sinner”(67, par. 2)</a:t>
          </a:r>
          <a:br>
            <a:rPr lang="en-US" dirty="0"/>
          </a:br>
          <a:r>
            <a:rPr lang="en-US" i="1" dirty="0"/>
            <a:t>Implicit: Gospel summary must have justification front and center, as without justification, we have condemnation, not good news.</a:t>
          </a:r>
          <a:endParaRPr lang="en-US" dirty="0"/>
        </a:p>
      </dgm:t>
    </dgm:pt>
    <dgm:pt modelId="{FEAE2752-522F-417F-BDA7-AAE93019CE46}" type="parTrans" cxnId="{A10BE6D6-5489-4234-9925-514B3964ED12}">
      <dgm:prSet/>
      <dgm:spPr/>
      <dgm:t>
        <a:bodyPr/>
        <a:lstStyle/>
        <a:p>
          <a:pPr algn="l"/>
          <a:endParaRPr lang="en-US"/>
        </a:p>
      </dgm:t>
    </dgm:pt>
    <dgm:pt modelId="{37D2250C-5CFE-41AB-B7E0-951CFF9DF477}" type="sibTrans" cxnId="{A10BE6D6-5489-4234-9925-514B3964ED12}">
      <dgm:prSet/>
      <dgm:spPr/>
      <dgm:t>
        <a:bodyPr/>
        <a:lstStyle/>
        <a:p>
          <a:endParaRPr lang="en-US"/>
        </a:p>
      </dgm:t>
    </dgm:pt>
    <dgm:pt modelId="{BDA097DD-D3FE-456B-B8F5-F8240A313C28}">
      <dgm:prSet phldrT="[Text]" phldr="0"/>
      <dgm:spPr/>
      <dgm:t>
        <a:bodyPr/>
        <a:lstStyle/>
        <a:p>
          <a:pPr algn="l"/>
          <a:r>
            <a:rPr lang="en-US" dirty="0"/>
            <a:t>“</a:t>
          </a:r>
          <a:r>
            <a:rPr lang="en-US" b="1" dirty="0"/>
            <a:t>Through all these events </a:t>
          </a:r>
          <a:r>
            <a:rPr lang="en-US" dirty="0"/>
            <a:t>in Christ’s life, those who are united to him are forgiven, justified, sanctified and glorified. Consequently, the gospel cannot be reduced to justification.”(67f, par.1 )</a:t>
          </a:r>
          <a:br>
            <a:rPr lang="en-US" dirty="0"/>
          </a:br>
          <a:r>
            <a:rPr lang="en-US" i="1" dirty="0"/>
            <a:t>Implicit: All of Christ’s life need to be included in the gospel, including justification but not only justification. </a:t>
          </a:r>
          <a:endParaRPr lang="en-US" dirty="0"/>
        </a:p>
      </dgm:t>
    </dgm:pt>
    <dgm:pt modelId="{A6228E80-600E-47EE-9106-96C55FBA8C7A}" type="parTrans" cxnId="{7F669D50-3F2D-46DA-8DF2-F892B449B217}">
      <dgm:prSet/>
      <dgm:spPr/>
      <dgm:t>
        <a:bodyPr/>
        <a:lstStyle/>
        <a:p>
          <a:pPr algn="l"/>
          <a:endParaRPr lang="en-US"/>
        </a:p>
      </dgm:t>
    </dgm:pt>
    <dgm:pt modelId="{350F57B7-52FE-45DE-91A7-70D39222DEDE}" type="sibTrans" cxnId="{7F669D50-3F2D-46DA-8DF2-F892B449B217}">
      <dgm:prSet/>
      <dgm:spPr/>
      <dgm:t>
        <a:bodyPr/>
        <a:lstStyle/>
        <a:p>
          <a:endParaRPr lang="en-US"/>
        </a:p>
      </dgm:t>
    </dgm:pt>
    <dgm:pt modelId="{E6E9FF72-F652-47CA-A8C1-5F49E2AD8EB6}">
      <dgm:prSet phldrT="[Text]" phldr="0"/>
      <dgm:spPr/>
      <dgm:t>
        <a:bodyPr/>
        <a:lstStyle/>
        <a:p>
          <a:pPr algn="l"/>
          <a:r>
            <a:rPr lang="en-US" dirty="0"/>
            <a:t>“Is it the Old Testament, first-century Judea, the Roman imperial cult, human sin and fallenness, the Reformation, the surrounding culture, or experience of the oppression? Again, I </a:t>
          </a:r>
          <a:r>
            <a:rPr lang="en-US" b="1" dirty="0"/>
            <a:t>find myself wanting to answer</a:t>
          </a:r>
          <a:r>
            <a:rPr lang="en-US" dirty="0"/>
            <a:t>: ‘yes.’ Like all Christian doctrines, justification has s reception history. However, it is a context, not a norm.”(68, par. 3)</a:t>
          </a:r>
          <a:br>
            <a:rPr lang="en-US" dirty="0"/>
          </a:br>
          <a:r>
            <a:rPr lang="en-US" dirty="0"/>
            <a:t>“The primary context, then, is the history of the </a:t>
          </a:r>
          <a:r>
            <a:rPr lang="en-US" b="1" dirty="0"/>
            <a:t>covenant of grace</a:t>
          </a:r>
          <a:r>
            <a:rPr lang="en-US" dirty="0"/>
            <a:t>”(71, par.4)</a:t>
          </a:r>
          <a:br>
            <a:rPr lang="en-US" dirty="0"/>
          </a:br>
          <a:r>
            <a:rPr lang="en-US" i="1" dirty="0"/>
            <a:t>Implicit: these elements should not be the norm of the gospel.</a:t>
          </a:r>
          <a:endParaRPr lang="en-US" dirty="0"/>
        </a:p>
      </dgm:t>
    </dgm:pt>
    <dgm:pt modelId="{E34AEE65-9AE9-421C-BDCF-894A317E520C}" type="parTrans" cxnId="{B3B15280-45CE-489D-8976-CBD7AA834FE4}">
      <dgm:prSet/>
      <dgm:spPr/>
      <dgm:t>
        <a:bodyPr/>
        <a:lstStyle/>
        <a:p>
          <a:pPr algn="l"/>
          <a:endParaRPr lang="en-US"/>
        </a:p>
      </dgm:t>
    </dgm:pt>
    <dgm:pt modelId="{CE913B76-2F68-4B8C-B6A7-8C9AD979BBB0}" type="sibTrans" cxnId="{B3B15280-45CE-489D-8976-CBD7AA834FE4}">
      <dgm:prSet/>
      <dgm:spPr/>
      <dgm:t>
        <a:bodyPr/>
        <a:lstStyle/>
        <a:p>
          <a:endParaRPr lang="en-US"/>
        </a:p>
      </dgm:t>
    </dgm:pt>
    <dgm:pt modelId="{FCEE4B7C-78DA-4798-8704-76B1480F5C23}">
      <dgm:prSet phldrT="[Text]" phldr="0"/>
      <dgm:spPr/>
      <dgm:t>
        <a:bodyPr/>
        <a:lstStyle/>
        <a:p>
          <a:r>
            <a:rPr lang="en-US" dirty="0"/>
            <a:t>“The </a:t>
          </a:r>
          <a:r>
            <a:rPr lang="en-US" b="1" dirty="0"/>
            <a:t>gospel is an announce</a:t>
          </a:r>
          <a:r>
            <a:rPr lang="en-US" b="0" dirty="0"/>
            <a:t>ment</a:t>
          </a:r>
          <a:r>
            <a:rPr lang="en-US" b="1" dirty="0"/>
            <a:t> </a:t>
          </a:r>
          <a:r>
            <a:rPr lang="en-US" dirty="0"/>
            <a:t>that God has fulfilled his pledge”(74, par 1)</a:t>
          </a:r>
          <a:br>
            <a:rPr lang="en-US" dirty="0"/>
          </a:br>
          <a:r>
            <a:rPr lang="en-US" i="1" dirty="0"/>
            <a:t>Implicit: Rev 5:9-120 is an announcement that God has fulfilled his pledge</a:t>
          </a:r>
          <a:endParaRPr lang="en-US" dirty="0"/>
        </a:p>
      </dgm:t>
    </dgm:pt>
    <dgm:pt modelId="{73D111D4-174A-4D21-B1B3-AA563F4B0B50}" type="parTrans" cxnId="{2CEAFCDA-2BDD-419B-91AC-138629CD12AE}">
      <dgm:prSet/>
      <dgm:spPr/>
      <dgm:t>
        <a:bodyPr/>
        <a:lstStyle/>
        <a:p>
          <a:endParaRPr lang="en-US"/>
        </a:p>
      </dgm:t>
    </dgm:pt>
    <dgm:pt modelId="{99451696-0D1A-4B9A-8368-F46AAEFAC56F}" type="sibTrans" cxnId="{2CEAFCDA-2BDD-419B-91AC-138629CD12AE}">
      <dgm:prSet/>
      <dgm:spPr/>
      <dgm:t>
        <a:bodyPr/>
        <a:lstStyle/>
        <a:p>
          <a:endParaRPr lang="en-US"/>
        </a:p>
      </dgm:t>
    </dgm:pt>
    <dgm:pt modelId="{89F7E32E-F0A0-4157-9466-28638A3AD618}" type="pres">
      <dgm:prSet presAssocID="{0AB89CFB-9A03-4FA0-A88D-D11B4EB53A71}" presName="hierChild1" presStyleCnt="0">
        <dgm:presLayoutVars>
          <dgm:orgChart val="1"/>
          <dgm:chPref val="1"/>
          <dgm:dir/>
          <dgm:animOne val="branch"/>
          <dgm:animLvl val="lvl"/>
          <dgm:resizeHandles/>
        </dgm:presLayoutVars>
      </dgm:prSet>
      <dgm:spPr/>
    </dgm:pt>
    <dgm:pt modelId="{3E8E8154-8E80-4C1A-BD72-4EDF8A83FE4D}" type="pres">
      <dgm:prSet presAssocID="{67415072-C50E-4061-BD43-E3A2C7196491}" presName="hierRoot1" presStyleCnt="0">
        <dgm:presLayoutVars>
          <dgm:hierBranch val="init"/>
        </dgm:presLayoutVars>
      </dgm:prSet>
      <dgm:spPr/>
    </dgm:pt>
    <dgm:pt modelId="{36F7BC30-2635-4E36-BC42-D05CEE81F933}" type="pres">
      <dgm:prSet presAssocID="{67415072-C50E-4061-BD43-E3A2C7196491}" presName="rootComposite1" presStyleCnt="0"/>
      <dgm:spPr/>
    </dgm:pt>
    <dgm:pt modelId="{1EFB72C5-52AC-4CE4-A81C-88DD5CD3A580}" type="pres">
      <dgm:prSet presAssocID="{67415072-C50E-4061-BD43-E3A2C7196491}" presName="rootText1" presStyleLbl="node0" presStyleIdx="0" presStyleCnt="1">
        <dgm:presLayoutVars>
          <dgm:chPref val="3"/>
        </dgm:presLayoutVars>
      </dgm:prSet>
      <dgm:spPr/>
    </dgm:pt>
    <dgm:pt modelId="{7E34002B-81D8-4EF8-97E7-AA15109226DE}" type="pres">
      <dgm:prSet presAssocID="{67415072-C50E-4061-BD43-E3A2C7196491}" presName="rootConnector1" presStyleLbl="node1" presStyleIdx="0" presStyleCnt="0"/>
      <dgm:spPr/>
    </dgm:pt>
    <dgm:pt modelId="{7231CB9C-C8DF-4D7B-965A-3AD3AE46F0CC}" type="pres">
      <dgm:prSet presAssocID="{67415072-C50E-4061-BD43-E3A2C7196491}" presName="hierChild2" presStyleCnt="0"/>
      <dgm:spPr/>
    </dgm:pt>
    <dgm:pt modelId="{9187C602-B5B7-4FD2-A240-8EB04DC460F0}" type="pres">
      <dgm:prSet presAssocID="{CDB8726F-D040-4C43-89B9-D13C2F9F97EF}" presName="Name37" presStyleLbl="parChTrans1D2" presStyleIdx="0" presStyleCnt="6"/>
      <dgm:spPr/>
    </dgm:pt>
    <dgm:pt modelId="{2CB03F0B-6CDA-4CDC-BB97-CC99CAD0A12A}" type="pres">
      <dgm:prSet presAssocID="{74CDB080-DAC8-40C1-B772-4D334292CC26}" presName="hierRoot2" presStyleCnt="0">
        <dgm:presLayoutVars>
          <dgm:hierBranch val="init"/>
        </dgm:presLayoutVars>
      </dgm:prSet>
      <dgm:spPr/>
    </dgm:pt>
    <dgm:pt modelId="{BC6F46A5-FB5A-41A0-88B1-047441B1DCC8}" type="pres">
      <dgm:prSet presAssocID="{74CDB080-DAC8-40C1-B772-4D334292CC26}" presName="rootComposite" presStyleCnt="0"/>
      <dgm:spPr/>
    </dgm:pt>
    <dgm:pt modelId="{CA0FBBB3-C5BF-442A-BC4A-E90F1259051A}" type="pres">
      <dgm:prSet presAssocID="{74CDB080-DAC8-40C1-B772-4D334292CC26}" presName="rootText" presStyleLbl="node2" presStyleIdx="0" presStyleCnt="6">
        <dgm:presLayoutVars>
          <dgm:chPref val="3"/>
        </dgm:presLayoutVars>
      </dgm:prSet>
      <dgm:spPr/>
    </dgm:pt>
    <dgm:pt modelId="{8BE8A5C6-D46C-4AFB-B947-B98F7236A193}" type="pres">
      <dgm:prSet presAssocID="{74CDB080-DAC8-40C1-B772-4D334292CC26}" presName="rootConnector" presStyleLbl="node2" presStyleIdx="0" presStyleCnt="6"/>
      <dgm:spPr/>
    </dgm:pt>
    <dgm:pt modelId="{DDE2042A-CB2D-464D-BA17-B18C1338E147}" type="pres">
      <dgm:prSet presAssocID="{74CDB080-DAC8-40C1-B772-4D334292CC26}" presName="hierChild4" presStyleCnt="0"/>
      <dgm:spPr/>
    </dgm:pt>
    <dgm:pt modelId="{789D8BBB-D534-4026-8FC9-17E5A1026EF6}" type="pres">
      <dgm:prSet presAssocID="{D0032DC6-ECA8-4442-9CAE-EA7D3B95EAB8}" presName="Name37" presStyleLbl="parChTrans1D3" presStyleIdx="0" presStyleCnt="3"/>
      <dgm:spPr/>
    </dgm:pt>
    <dgm:pt modelId="{0AB9225E-3A2B-4BBA-9088-DE9DCCE752DA}" type="pres">
      <dgm:prSet presAssocID="{8B179311-DE5F-4DF9-B516-E6A4E1AAEEFB}" presName="hierRoot2" presStyleCnt="0">
        <dgm:presLayoutVars>
          <dgm:hierBranch val="init"/>
        </dgm:presLayoutVars>
      </dgm:prSet>
      <dgm:spPr/>
    </dgm:pt>
    <dgm:pt modelId="{B3419A5D-BE46-4796-92B0-E8DF64E31139}" type="pres">
      <dgm:prSet presAssocID="{8B179311-DE5F-4DF9-B516-E6A4E1AAEEFB}" presName="rootComposite" presStyleCnt="0"/>
      <dgm:spPr/>
    </dgm:pt>
    <dgm:pt modelId="{157DD77E-2582-4757-BD01-AE4745010A91}" type="pres">
      <dgm:prSet presAssocID="{8B179311-DE5F-4DF9-B516-E6A4E1AAEEFB}" presName="rootText" presStyleLbl="node3" presStyleIdx="0" presStyleCnt="3">
        <dgm:presLayoutVars>
          <dgm:chPref val="3"/>
        </dgm:presLayoutVars>
      </dgm:prSet>
      <dgm:spPr/>
    </dgm:pt>
    <dgm:pt modelId="{0BA26DDF-68A2-442B-BF09-069AF0A85813}" type="pres">
      <dgm:prSet presAssocID="{8B179311-DE5F-4DF9-B516-E6A4E1AAEEFB}" presName="rootConnector" presStyleLbl="node3" presStyleIdx="0" presStyleCnt="3"/>
      <dgm:spPr/>
    </dgm:pt>
    <dgm:pt modelId="{BD49094B-3C9A-42DA-8450-DD9530BFA3E8}" type="pres">
      <dgm:prSet presAssocID="{8B179311-DE5F-4DF9-B516-E6A4E1AAEEFB}" presName="hierChild4" presStyleCnt="0"/>
      <dgm:spPr/>
    </dgm:pt>
    <dgm:pt modelId="{78FE07FD-4DEF-498A-A1A9-00688C5966C3}" type="pres">
      <dgm:prSet presAssocID="{8B179311-DE5F-4DF9-B516-E6A4E1AAEEFB}" presName="hierChild5" presStyleCnt="0"/>
      <dgm:spPr/>
    </dgm:pt>
    <dgm:pt modelId="{BFD15DF7-1934-469D-ABFB-07433F43A34D}" type="pres">
      <dgm:prSet presAssocID="{74CDB080-DAC8-40C1-B772-4D334292CC26}" presName="hierChild5" presStyleCnt="0"/>
      <dgm:spPr/>
    </dgm:pt>
    <dgm:pt modelId="{FF3344BB-5114-4F0D-9BF1-1754B8172255}" type="pres">
      <dgm:prSet presAssocID="{6B0615ED-A5F4-409E-BBB2-75BC19C58881}" presName="Name37" presStyleLbl="parChTrans1D2" presStyleIdx="1" presStyleCnt="6"/>
      <dgm:spPr/>
    </dgm:pt>
    <dgm:pt modelId="{01B98EAB-C884-4CF3-897F-B7938B9BEAE6}" type="pres">
      <dgm:prSet presAssocID="{16D8A83A-B848-4192-A2B9-018E70C1ED7E}" presName="hierRoot2" presStyleCnt="0">
        <dgm:presLayoutVars>
          <dgm:hierBranch val="init"/>
        </dgm:presLayoutVars>
      </dgm:prSet>
      <dgm:spPr/>
    </dgm:pt>
    <dgm:pt modelId="{68A112C0-0680-466B-AECC-5A3D1BBC0AF1}" type="pres">
      <dgm:prSet presAssocID="{16D8A83A-B848-4192-A2B9-018E70C1ED7E}" presName="rootComposite" presStyleCnt="0"/>
      <dgm:spPr/>
    </dgm:pt>
    <dgm:pt modelId="{BF2FDE83-0828-4FAF-9A72-2886525ACB3B}" type="pres">
      <dgm:prSet presAssocID="{16D8A83A-B848-4192-A2B9-018E70C1ED7E}" presName="rootText" presStyleLbl="node2" presStyleIdx="1" presStyleCnt="6">
        <dgm:presLayoutVars>
          <dgm:chPref val="3"/>
        </dgm:presLayoutVars>
      </dgm:prSet>
      <dgm:spPr/>
    </dgm:pt>
    <dgm:pt modelId="{E8DAE183-E8EF-4B67-8813-98AFC49AF89A}" type="pres">
      <dgm:prSet presAssocID="{16D8A83A-B848-4192-A2B9-018E70C1ED7E}" presName="rootConnector" presStyleLbl="node2" presStyleIdx="1" presStyleCnt="6"/>
      <dgm:spPr/>
    </dgm:pt>
    <dgm:pt modelId="{FDAC1CDE-9CFF-472D-8984-014F717401F2}" type="pres">
      <dgm:prSet presAssocID="{16D8A83A-B848-4192-A2B9-018E70C1ED7E}" presName="hierChild4" presStyleCnt="0"/>
      <dgm:spPr/>
    </dgm:pt>
    <dgm:pt modelId="{96E4EC39-105C-42D7-9277-851589B60575}" type="pres">
      <dgm:prSet presAssocID="{8808E928-9269-41D9-89B0-F13EE1D7D0AF}" presName="Name37" presStyleLbl="parChTrans1D3" presStyleIdx="1" presStyleCnt="3"/>
      <dgm:spPr/>
    </dgm:pt>
    <dgm:pt modelId="{2DEAD255-F5CD-436B-863C-324ACEDA625A}" type="pres">
      <dgm:prSet presAssocID="{3BE5C558-6D7D-4F7B-8A42-5329CB4F7C73}" presName="hierRoot2" presStyleCnt="0">
        <dgm:presLayoutVars>
          <dgm:hierBranch val="init"/>
        </dgm:presLayoutVars>
      </dgm:prSet>
      <dgm:spPr/>
    </dgm:pt>
    <dgm:pt modelId="{A5BCA844-78B5-4800-AC38-46A817511E43}" type="pres">
      <dgm:prSet presAssocID="{3BE5C558-6D7D-4F7B-8A42-5329CB4F7C73}" presName="rootComposite" presStyleCnt="0"/>
      <dgm:spPr/>
    </dgm:pt>
    <dgm:pt modelId="{51C3063E-C64D-4244-B222-8898007C926C}" type="pres">
      <dgm:prSet presAssocID="{3BE5C558-6D7D-4F7B-8A42-5329CB4F7C73}" presName="rootText" presStyleLbl="node3" presStyleIdx="1" presStyleCnt="3">
        <dgm:presLayoutVars>
          <dgm:chPref val="3"/>
        </dgm:presLayoutVars>
      </dgm:prSet>
      <dgm:spPr/>
    </dgm:pt>
    <dgm:pt modelId="{FA5B1572-11BC-4E74-86E1-0E960ECFF0D0}" type="pres">
      <dgm:prSet presAssocID="{3BE5C558-6D7D-4F7B-8A42-5329CB4F7C73}" presName="rootConnector" presStyleLbl="node3" presStyleIdx="1" presStyleCnt="3"/>
      <dgm:spPr/>
    </dgm:pt>
    <dgm:pt modelId="{A9D6521F-9C6A-469D-9453-344C03A3ACF0}" type="pres">
      <dgm:prSet presAssocID="{3BE5C558-6D7D-4F7B-8A42-5329CB4F7C73}" presName="hierChild4" presStyleCnt="0"/>
      <dgm:spPr/>
    </dgm:pt>
    <dgm:pt modelId="{432BE151-885D-4AA6-8EC1-951503446493}" type="pres">
      <dgm:prSet presAssocID="{3BE5C558-6D7D-4F7B-8A42-5329CB4F7C73}" presName="hierChild5" presStyleCnt="0"/>
      <dgm:spPr/>
    </dgm:pt>
    <dgm:pt modelId="{0DA0B8D7-E5FB-46D2-96FA-7C570F1C5B56}" type="pres">
      <dgm:prSet presAssocID="{71827D57-6512-4BB1-A5DC-920163D1C6DD}" presName="Name37" presStyleLbl="parChTrans1D3" presStyleIdx="2" presStyleCnt="3"/>
      <dgm:spPr/>
    </dgm:pt>
    <dgm:pt modelId="{88EB933F-3275-46D6-B52B-ACF3131F7091}" type="pres">
      <dgm:prSet presAssocID="{A23B3BB9-101D-4A4A-849D-9403D4601BE6}" presName="hierRoot2" presStyleCnt="0">
        <dgm:presLayoutVars>
          <dgm:hierBranch val="init"/>
        </dgm:presLayoutVars>
      </dgm:prSet>
      <dgm:spPr/>
    </dgm:pt>
    <dgm:pt modelId="{57D08938-A051-4A70-B605-CD0DD26DDAEC}" type="pres">
      <dgm:prSet presAssocID="{A23B3BB9-101D-4A4A-849D-9403D4601BE6}" presName="rootComposite" presStyleCnt="0"/>
      <dgm:spPr/>
    </dgm:pt>
    <dgm:pt modelId="{10168F99-8F58-415A-A4A9-89C463B6D2BF}" type="pres">
      <dgm:prSet presAssocID="{A23B3BB9-101D-4A4A-849D-9403D4601BE6}" presName="rootText" presStyleLbl="node3" presStyleIdx="2" presStyleCnt="3">
        <dgm:presLayoutVars>
          <dgm:chPref val="3"/>
        </dgm:presLayoutVars>
      </dgm:prSet>
      <dgm:spPr/>
    </dgm:pt>
    <dgm:pt modelId="{830BB935-9020-47CB-9C9B-66EBE7BEE8CC}" type="pres">
      <dgm:prSet presAssocID="{A23B3BB9-101D-4A4A-849D-9403D4601BE6}" presName="rootConnector" presStyleLbl="node3" presStyleIdx="2" presStyleCnt="3"/>
      <dgm:spPr/>
    </dgm:pt>
    <dgm:pt modelId="{3552F8D0-72FC-4C65-889D-B76CA961BCBE}" type="pres">
      <dgm:prSet presAssocID="{A23B3BB9-101D-4A4A-849D-9403D4601BE6}" presName="hierChild4" presStyleCnt="0"/>
      <dgm:spPr/>
    </dgm:pt>
    <dgm:pt modelId="{68FA7053-74FC-49C1-9C07-96BF9611C0D7}" type="pres">
      <dgm:prSet presAssocID="{A23B3BB9-101D-4A4A-849D-9403D4601BE6}" presName="hierChild5" presStyleCnt="0"/>
      <dgm:spPr/>
    </dgm:pt>
    <dgm:pt modelId="{79BE321E-5CF1-4FCD-BF98-8E5B7E7B5F0B}" type="pres">
      <dgm:prSet presAssocID="{16D8A83A-B848-4192-A2B9-018E70C1ED7E}" presName="hierChild5" presStyleCnt="0"/>
      <dgm:spPr/>
    </dgm:pt>
    <dgm:pt modelId="{14B1491B-DAD2-488D-8E53-6D217FB67A10}" type="pres">
      <dgm:prSet presAssocID="{FEAE2752-522F-417F-BDA7-AAE93019CE46}" presName="Name37" presStyleLbl="parChTrans1D2" presStyleIdx="2" presStyleCnt="6"/>
      <dgm:spPr/>
    </dgm:pt>
    <dgm:pt modelId="{D9206B59-40D5-48C2-AFEE-F3EFF71EF9A9}" type="pres">
      <dgm:prSet presAssocID="{1E956FCB-CC57-49BE-A33F-A39FE02CB6F7}" presName="hierRoot2" presStyleCnt="0">
        <dgm:presLayoutVars>
          <dgm:hierBranch val="init"/>
        </dgm:presLayoutVars>
      </dgm:prSet>
      <dgm:spPr/>
    </dgm:pt>
    <dgm:pt modelId="{1D87ECBF-D5FD-430A-B23A-CEE677D20465}" type="pres">
      <dgm:prSet presAssocID="{1E956FCB-CC57-49BE-A33F-A39FE02CB6F7}" presName="rootComposite" presStyleCnt="0"/>
      <dgm:spPr/>
    </dgm:pt>
    <dgm:pt modelId="{910E1F31-96A5-4AE6-96EF-239FABEED9BA}" type="pres">
      <dgm:prSet presAssocID="{1E956FCB-CC57-49BE-A33F-A39FE02CB6F7}" presName="rootText" presStyleLbl="node2" presStyleIdx="2" presStyleCnt="6">
        <dgm:presLayoutVars>
          <dgm:chPref val="3"/>
        </dgm:presLayoutVars>
      </dgm:prSet>
      <dgm:spPr/>
    </dgm:pt>
    <dgm:pt modelId="{C4893E22-BFDF-4460-961A-8B42570FB0A6}" type="pres">
      <dgm:prSet presAssocID="{1E956FCB-CC57-49BE-A33F-A39FE02CB6F7}" presName="rootConnector" presStyleLbl="node2" presStyleIdx="2" presStyleCnt="6"/>
      <dgm:spPr/>
    </dgm:pt>
    <dgm:pt modelId="{DE121F3E-16F4-493A-A229-781439BDEB4F}" type="pres">
      <dgm:prSet presAssocID="{1E956FCB-CC57-49BE-A33F-A39FE02CB6F7}" presName="hierChild4" presStyleCnt="0"/>
      <dgm:spPr/>
    </dgm:pt>
    <dgm:pt modelId="{9ECBE05D-6308-4D29-B4DC-0F12170CA08D}" type="pres">
      <dgm:prSet presAssocID="{1E956FCB-CC57-49BE-A33F-A39FE02CB6F7}" presName="hierChild5" presStyleCnt="0"/>
      <dgm:spPr/>
    </dgm:pt>
    <dgm:pt modelId="{E694BF0F-1530-41FF-9AFB-3B21D17C77A7}" type="pres">
      <dgm:prSet presAssocID="{A6228E80-600E-47EE-9106-96C55FBA8C7A}" presName="Name37" presStyleLbl="parChTrans1D2" presStyleIdx="3" presStyleCnt="6"/>
      <dgm:spPr/>
    </dgm:pt>
    <dgm:pt modelId="{4A606AE6-88A7-42F3-9042-1D86DC51F83B}" type="pres">
      <dgm:prSet presAssocID="{BDA097DD-D3FE-456B-B8F5-F8240A313C28}" presName="hierRoot2" presStyleCnt="0">
        <dgm:presLayoutVars>
          <dgm:hierBranch val="init"/>
        </dgm:presLayoutVars>
      </dgm:prSet>
      <dgm:spPr/>
    </dgm:pt>
    <dgm:pt modelId="{1B208CC1-B446-4065-8ACE-3D0ADE5BEEC1}" type="pres">
      <dgm:prSet presAssocID="{BDA097DD-D3FE-456B-B8F5-F8240A313C28}" presName="rootComposite" presStyleCnt="0"/>
      <dgm:spPr/>
    </dgm:pt>
    <dgm:pt modelId="{33BBF254-C2F0-44F5-9471-2D176A9265F2}" type="pres">
      <dgm:prSet presAssocID="{BDA097DD-D3FE-456B-B8F5-F8240A313C28}" presName="rootText" presStyleLbl="node2" presStyleIdx="3" presStyleCnt="6">
        <dgm:presLayoutVars>
          <dgm:chPref val="3"/>
        </dgm:presLayoutVars>
      </dgm:prSet>
      <dgm:spPr/>
    </dgm:pt>
    <dgm:pt modelId="{74F849BC-179C-4149-A626-C9F4EE9B92F4}" type="pres">
      <dgm:prSet presAssocID="{BDA097DD-D3FE-456B-B8F5-F8240A313C28}" presName="rootConnector" presStyleLbl="node2" presStyleIdx="3" presStyleCnt="6"/>
      <dgm:spPr/>
    </dgm:pt>
    <dgm:pt modelId="{2EF14896-7BF3-4AC7-93D4-3A184B2D2CF7}" type="pres">
      <dgm:prSet presAssocID="{BDA097DD-D3FE-456B-B8F5-F8240A313C28}" presName="hierChild4" presStyleCnt="0"/>
      <dgm:spPr/>
    </dgm:pt>
    <dgm:pt modelId="{24A3CD9B-6501-471F-A080-C7B78F7F20CE}" type="pres">
      <dgm:prSet presAssocID="{BDA097DD-D3FE-456B-B8F5-F8240A313C28}" presName="hierChild5" presStyleCnt="0"/>
      <dgm:spPr/>
    </dgm:pt>
    <dgm:pt modelId="{CC3E4754-24EC-4A0F-8308-0110811FDE43}" type="pres">
      <dgm:prSet presAssocID="{E34AEE65-9AE9-421C-BDCF-894A317E520C}" presName="Name37" presStyleLbl="parChTrans1D2" presStyleIdx="4" presStyleCnt="6"/>
      <dgm:spPr/>
    </dgm:pt>
    <dgm:pt modelId="{8BDAA06F-F85E-4CB8-A9FD-1AD50C37386A}" type="pres">
      <dgm:prSet presAssocID="{E6E9FF72-F652-47CA-A8C1-5F49E2AD8EB6}" presName="hierRoot2" presStyleCnt="0">
        <dgm:presLayoutVars>
          <dgm:hierBranch val="init"/>
        </dgm:presLayoutVars>
      </dgm:prSet>
      <dgm:spPr/>
    </dgm:pt>
    <dgm:pt modelId="{1DDBA309-C342-4E1A-91B5-2C6BD97FB20E}" type="pres">
      <dgm:prSet presAssocID="{E6E9FF72-F652-47CA-A8C1-5F49E2AD8EB6}" presName="rootComposite" presStyleCnt="0"/>
      <dgm:spPr/>
    </dgm:pt>
    <dgm:pt modelId="{285B0EAA-F3D5-4A71-8B3D-34387649837D}" type="pres">
      <dgm:prSet presAssocID="{E6E9FF72-F652-47CA-A8C1-5F49E2AD8EB6}" presName="rootText" presStyleLbl="node2" presStyleIdx="4" presStyleCnt="6" custScaleY="137875">
        <dgm:presLayoutVars>
          <dgm:chPref val="3"/>
        </dgm:presLayoutVars>
      </dgm:prSet>
      <dgm:spPr/>
    </dgm:pt>
    <dgm:pt modelId="{1CA37C66-14A1-4054-AAAA-05353C982B68}" type="pres">
      <dgm:prSet presAssocID="{E6E9FF72-F652-47CA-A8C1-5F49E2AD8EB6}" presName="rootConnector" presStyleLbl="node2" presStyleIdx="4" presStyleCnt="6"/>
      <dgm:spPr/>
    </dgm:pt>
    <dgm:pt modelId="{FD48554F-8802-4E23-85F7-6C8786CE19DB}" type="pres">
      <dgm:prSet presAssocID="{E6E9FF72-F652-47CA-A8C1-5F49E2AD8EB6}" presName="hierChild4" presStyleCnt="0"/>
      <dgm:spPr/>
    </dgm:pt>
    <dgm:pt modelId="{968DE114-1D02-4414-8367-E09B3EA83FAF}" type="pres">
      <dgm:prSet presAssocID="{E6E9FF72-F652-47CA-A8C1-5F49E2AD8EB6}" presName="hierChild5" presStyleCnt="0"/>
      <dgm:spPr/>
    </dgm:pt>
    <dgm:pt modelId="{7C5079DC-9D07-4CF2-A4B1-8F21F821937F}" type="pres">
      <dgm:prSet presAssocID="{73D111D4-174A-4D21-B1B3-AA563F4B0B50}" presName="Name37" presStyleLbl="parChTrans1D2" presStyleIdx="5" presStyleCnt="6"/>
      <dgm:spPr/>
    </dgm:pt>
    <dgm:pt modelId="{C42E7A99-E789-4EDA-9BFC-B1F832507E0D}" type="pres">
      <dgm:prSet presAssocID="{FCEE4B7C-78DA-4798-8704-76B1480F5C23}" presName="hierRoot2" presStyleCnt="0">
        <dgm:presLayoutVars>
          <dgm:hierBranch val="init"/>
        </dgm:presLayoutVars>
      </dgm:prSet>
      <dgm:spPr/>
    </dgm:pt>
    <dgm:pt modelId="{0368C464-E9FB-484B-97E7-97354E6A7FF4}" type="pres">
      <dgm:prSet presAssocID="{FCEE4B7C-78DA-4798-8704-76B1480F5C23}" presName="rootComposite" presStyleCnt="0"/>
      <dgm:spPr/>
    </dgm:pt>
    <dgm:pt modelId="{46D5DD79-264F-4E68-B41E-06DFBB21945A}" type="pres">
      <dgm:prSet presAssocID="{FCEE4B7C-78DA-4798-8704-76B1480F5C23}" presName="rootText" presStyleLbl="node2" presStyleIdx="5" presStyleCnt="6">
        <dgm:presLayoutVars>
          <dgm:chPref val="3"/>
        </dgm:presLayoutVars>
      </dgm:prSet>
      <dgm:spPr/>
    </dgm:pt>
    <dgm:pt modelId="{83BA0196-AABC-47BB-88E1-876B65E84DDD}" type="pres">
      <dgm:prSet presAssocID="{FCEE4B7C-78DA-4798-8704-76B1480F5C23}" presName="rootConnector" presStyleLbl="node2" presStyleIdx="5" presStyleCnt="6"/>
      <dgm:spPr/>
    </dgm:pt>
    <dgm:pt modelId="{1FD0F0D5-0855-44B3-84FE-85132B4F5533}" type="pres">
      <dgm:prSet presAssocID="{FCEE4B7C-78DA-4798-8704-76B1480F5C23}" presName="hierChild4" presStyleCnt="0"/>
      <dgm:spPr/>
    </dgm:pt>
    <dgm:pt modelId="{3E99ACB8-ACE8-462A-A4A9-35FB0F4BF310}" type="pres">
      <dgm:prSet presAssocID="{FCEE4B7C-78DA-4798-8704-76B1480F5C23}" presName="hierChild5" presStyleCnt="0"/>
      <dgm:spPr/>
    </dgm:pt>
    <dgm:pt modelId="{E08EA480-DE7B-4718-B79B-4A1D2D8259FF}" type="pres">
      <dgm:prSet presAssocID="{67415072-C50E-4061-BD43-E3A2C7196491}" presName="hierChild3" presStyleCnt="0"/>
      <dgm:spPr/>
    </dgm:pt>
  </dgm:ptLst>
  <dgm:cxnLst>
    <dgm:cxn modelId="{C7416902-0646-422B-ABF4-2E0F267A569C}" type="presOf" srcId="{FCEE4B7C-78DA-4798-8704-76B1480F5C23}" destId="{83BA0196-AABC-47BB-88E1-876B65E84DDD}" srcOrd="1" destOrd="0" presId="urn:microsoft.com/office/officeart/2005/8/layout/orgChart1"/>
    <dgm:cxn modelId="{7CFDDE02-4D21-46DF-BC93-865D3056E963}" type="presOf" srcId="{73D111D4-174A-4D21-B1B3-AA563F4B0B50}" destId="{7C5079DC-9D07-4CF2-A4B1-8F21F821937F}" srcOrd="0" destOrd="0" presId="urn:microsoft.com/office/officeart/2005/8/layout/orgChart1"/>
    <dgm:cxn modelId="{9D2CFF0C-ED5B-4DA9-82DE-F5FCE0DB310A}" type="presOf" srcId="{BDA097DD-D3FE-456B-B8F5-F8240A313C28}" destId="{33BBF254-C2F0-44F5-9471-2D176A9265F2}" srcOrd="0" destOrd="0" presId="urn:microsoft.com/office/officeart/2005/8/layout/orgChart1"/>
    <dgm:cxn modelId="{8479600E-B2FA-4255-810D-EC97AF2DF9EA}" type="presOf" srcId="{16D8A83A-B848-4192-A2B9-018E70C1ED7E}" destId="{E8DAE183-E8EF-4B67-8813-98AFC49AF89A}" srcOrd="1" destOrd="0" presId="urn:microsoft.com/office/officeart/2005/8/layout/orgChart1"/>
    <dgm:cxn modelId="{A01FCC0E-C4DA-439F-8BDF-C48249CDFDDC}" type="presOf" srcId="{CDB8726F-D040-4C43-89B9-D13C2F9F97EF}" destId="{9187C602-B5B7-4FD2-A240-8EB04DC460F0}" srcOrd="0" destOrd="0" presId="urn:microsoft.com/office/officeart/2005/8/layout/orgChart1"/>
    <dgm:cxn modelId="{CFB40031-9C1F-4F5C-A25D-AC65E321B118}" type="presOf" srcId="{A23B3BB9-101D-4A4A-849D-9403D4601BE6}" destId="{830BB935-9020-47CB-9C9B-66EBE7BEE8CC}" srcOrd="1" destOrd="0" presId="urn:microsoft.com/office/officeart/2005/8/layout/orgChart1"/>
    <dgm:cxn modelId="{C5348335-730E-48AF-800F-BC806F34228A}" type="presOf" srcId="{E34AEE65-9AE9-421C-BDCF-894A317E520C}" destId="{CC3E4754-24EC-4A0F-8308-0110811FDE43}" srcOrd="0" destOrd="0" presId="urn:microsoft.com/office/officeart/2005/8/layout/orgChart1"/>
    <dgm:cxn modelId="{E5C55C37-D80B-4F8F-80CF-BAA9CD5D81C3}" type="presOf" srcId="{0AB89CFB-9A03-4FA0-A88D-D11B4EB53A71}" destId="{89F7E32E-F0A0-4157-9466-28638A3AD618}" srcOrd="0" destOrd="0" presId="urn:microsoft.com/office/officeart/2005/8/layout/orgChart1"/>
    <dgm:cxn modelId="{8F634E40-ACAF-406F-B425-87889A6D0565}" srcId="{16D8A83A-B848-4192-A2B9-018E70C1ED7E}" destId="{3BE5C558-6D7D-4F7B-8A42-5329CB4F7C73}" srcOrd="0" destOrd="0" parTransId="{8808E928-9269-41D9-89B0-F13EE1D7D0AF}" sibTransId="{58443341-D5D4-4464-987C-5D733294AAC0}"/>
    <dgm:cxn modelId="{59D5C45B-5C2A-4598-9D96-23460AD83B79}" type="presOf" srcId="{FCEE4B7C-78DA-4798-8704-76B1480F5C23}" destId="{46D5DD79-264F-4E68-B41E-06DFBB21945A}" srcOrd="0" destOrd="0" presId="urn:microsoft.com/office/officeart/2005/8/layout/orgChart1"/>
    <dgm:cxn modelId="{66612F5D-0E54-4A25-9CBF-DD840593EF77}" type="presOf" srcId="{67415072-C50E-4061-BD43-E3A2C7196491}" destId="{1EFB72C5-52AC-4CE4-A81C-88DD5CD3A580}" srcOrd="0" destOrd="0" presId="urn:microsoft.com/office/officeart/2005/8/layout/orgChart1"/>
    <dgm:cxn modelId="{C13C6E6A-48DA-4D4B-AA0D-A78B2FA95CF6}" type="presOf" srcId="{3BE5C558-6D7D-4F7B-8A42-5329CB4F7C73}" destId="{FA5B1572-11BC-4E74-86E1-0E960ECFF0D0}" srcOrd="1" destOrd="0" presId="urn:microsoft.com/office/officeart/2005/8/layout/orgChart1"/>
    <dgm:cxn modelId="{7F669D50-3F2D-46DA-8DF2-F892B449B217}" srcId="{67415072-C50E-4061-BD43-E3A2C7196491}" destId="{BDA097DD-D3FE-456B-B8F5-F8240A313C28}" srcOrd="3" destOrd="0" parTransId="{A6228E80-600E-47EE-9106-96C55FBA8C7A}" sibTransId="{350F57B7-52FE-45DE-91A7-70D39222DEDE}"/>
    <dgm:cxn modelId="{0C16ED56-FEA0-447A-9BB0-EB5CC3826F0E}" type="presOf" srcId="{74CDB080-DAC8-40C1-B772-4D334292CC26}" destId="{8BE8A5C6-D46C-4AFB-B947-B98F7236A193}" srcOrd="1" destOrd="0" presId="urn:microsoft.com/office/officeart/2005/8/layout/orgChart1"/>
    <dgm:cxn modelId="{D058E858-1E75-4EF6-AB8A-3026EBDB75A6}" type="presOf" srcId="{1E956FCB-CC57-49BE-A33F-A39FE02CB6F7}" destId="{910E1F31-96A5-4AE6-96EF-239FABEED9BA}" srcOrd="0" destOrd="0" presId="urn:microsoft.com/office/officeart/2005/8/layout/orgChart1"/>
    <dgm:cxn modelId="{7224D279-2521-4E9F-88BB-DF3584F287CE}" srcId="{0AB89CFB-9A03-4FA0-A88D-D11B4EB53A71}" destId="{67415072-C50E-4061-BD43-E3A2C7196491}" srcOrd="0" destOrd="0" parTransId="{D64918E6-F117-4903-9F5B-854698D155BF}" sibTransId="{70E6E90E-7C7E-4D3D-92BD-75AD74983515}"/>
    <dgm:cxn modelId="{225BE37D-CE8E-40F7-91D0-4E8FA33C11F8}" type="presOf" srcId="{71827D57-6512-4BB1-A5DC-920163D1C6DD}" destId="{0DA0B8D7-E5FB-46D2-96FA-7C570F1C5B56}" srcOrd="0" destOrd="0" presId="urn:microsoft.com/office/officeart/2005/8/layout/orgChart1"/>
    <dgm:cxn modelId="{B3B15280-45CE-489D-8976-CBD7AA834FE4}" srcId="{67415072-C50E-4061-BD43-E3A2C7196491}" destId="{E6E9FF72-F652-47CA-A8C1-5F49E2AD8EB6}" srcOrd="4" destOrd="0" parTransId="{E34AEE65-9AE9-421C-BDCF-894A317E520C}" sibTransId="{CE913B76-2F68-4B8C-B6A7-8C9AD979BBB0}"/>
    <dgm:cxn modelId="{45DB1683-4A4E-4559-9E4E-F8DE87161C6B}" type="presOf" srcId="{67415072-C50E-4061-BD43-E3A2C7196491}" destId="{7E34002B-81D8-4EF8-97E7-AA15109226DE}" srcOrd="1" destOrd="0" presId="urn:microsoft.com/office/officeart/2005/8/layout/orgChart1"/>
    <dgm:cxn modelId="{B400BD93-60A8-4022-82FB-DF34C19E201D}" type="presOf" srcId="{8B179311-DE5F-4DF9-B516-E6A4E1AAEEFB}" destId="{157DD77E-2582-4757-BD01-AE4745010A91}" srcOrd="0" destOrd="0" presId="urn:microsoft.com/office/officeart/2005/8/layout/orgChart1"/>
    <dgm:cxn modelId="{0E6D1396-6E91-4E2B-8943-4BB9781EA7C9}" type="presOf" srcId="{6B0615ED-A5F4-409E-BBB2-75BC19C58881}" destId="{FF3344BB-5114-4F0D-9BF1-1754B8172255}" srcOrd="0" destOrd="0" presId="urn:microsoft.com/office/officeart/2005/8/layout/orgChart1"/>
    <dgm:cxn modelId="{7A8AE19B-56ED-4B67-B1BA-940130EBCEF1}" type="presOf" srcId="{E6E9FF72-F652-47CA-A8C1-5F49E2AD8EB6}" destId="{285B0EAA-F3D5-4A71-8B3D-34387649837D}" srcOrd="0" destOrd="0" presId="urn:microsoft.com/office/officeart/2005/8/layout/orgChart1"/>
    <dgm:cxn modelId="{1D56B6A5-04A5-4635-B926-FC0F629BE37B}" type="presOf" srcId="{A23B3BB9-101D-4A4A-849D-9403D4601BE6}" destId="{10168F99-8F58-415A-A4A9-89C463B6D2BF}" srcOrd="0" destOrd="0" presId="urn:microsoft.com/office/officeart/2005/8/layout/orgChart1"/>
    <dgm:cxn modelId="{C53C8DA6-5738-4D34-941E-BAF93A742E9F}" srcId="{16D8A83A-B848-4192-A2B9-018E70C1ED7E}" destId="{A23B3BB9-101D-4A4A-849D-9403D4601BE6}" srcOrd="1" destOrd="0" parTransId="{71827D57-6512-4BB1-A5DC-920163D1C6DD}" sibTransId="{4B279A39-A490-4C93-9C26-F6DE93A6DE97}"/>
    <dgm:cxn modelId="{B266CCA9-7D99-4DBB-8A81-76303E26D9E4}" type="presOf" srcId="{D0032DC6-ECA8-4442-9CAE-EA7D3B95EAB8}" destId="{789D8BBB-D534-4026-8FC9-17E5A1026EF6}" srcOrd="0" destOrd="0" presId="urn:microsoft.com/office/officeart/2005/8/layout/orgChart1"/>
    <dgm:cxn modelId="{F0159BBA-D3CC-44CD-ABF7-EAD387E52236}" srcId="{67415072-C50E-4061-BD43-E3A2C7196491}" destId="{74CDB080-DAC8-40C1-B772-4D334292CC26}" srcOrd="0" destOrd="0" parTransId="{CDB8726F-D040-4C43-89B9-D13C2F9F97EF}" sibTransId="{9BEF7D0B-2D0A-4307-BA27-DD4B3BE6052A}"/>
    <dgm:cxn modelId="{A40318C5-CCAA-4173-9D28-76E8DB24D25D}" type="presOf" srcId="{1E956FCB-CC57-49BE-A33F-A39FE02CB6F7}" destId="{C4893E22-BFDF-4460-961A-8B42570FB0A6}" srcOrd="1" destOrd="0" presId="urn:microsoft.com/office/officeart/2005/8/layout/orgChart1"/>
    <dgm:cxn modelId="{7F242DC6-5718-4BB0-86A3-5B8549053D4B}" type="presOf" srcId="{E6E9FF72-F652-47CA-A8C1-5F49E2AD8EB6}" destId="{1CA37C66-14A1-4054-AAAA-05353C982B68}" srcOrd="1" destOrd="0" presId="urn:microsoft.com/office/officeart/2005/8/layout/orgChart1"/>
    <dgm:cxn modelId="{81E359CA-A611-450C-A222-A5DB72ECF6B8}" srcId="{67415072-C50E-4061-BD43-E3A2C7196491}" destId="{16D8A83A-B848-4192-A2B9-018E70C1ED7E}" srcOrd="1" destOrd="0" parTransId="{6B0615ED-A5F4-409E-BBB2-75BC19C58881}" sibTransId="{240B15CD-DAA0-4937-8FA0-44B59A68E9B6}"/>
    <dgm:cxn modelId="{81AA69CC-58E0-44AF-B103-5726678C59D0}" type="presOf" srcId="{A6228E80-600E-47EE-9106-96C55FBA8C7A}" destId="{E694BF0F-1530-41FF-9AFB-3B21D17C77A7}" srcOrd="0" destOrd="0" presId="urn:microsoft.com/office/officeart/2005/8/layout/orgChart1"/>
    <dgm:cxn modelId="{A10BE6D6-5489-4234-9925-514B3964ED12}" srcId="{67415072-C50E-4061-BD43-E3A2C7196491}" destId="{1E956FCB-CC57-49BE-A33F-A39FE02CB6F7}" srcOrd="2" destOrd="0" parTransId="{FEAE2752-522F-417F-BDA7-AAE93019CE46}" sibTransId="{37D2250C-5CFE-41AB-B7E0-951CFF9DF477}"/>
    <dgm:cxn modelId="{2CEAFCDA-2BDD-419B-91AC-138629CD12AE}" srcId="{67415072-C50E-4061-BD43-E3A2C7196491}" destId="{FCEE4B7C-78DA-4798-8704-76B1480F5C23}" srcOrd="5" destOrd="0" parTransId="{73D111D4-174A-4D21-B1B3-AA563F4B0B50}" sibTransId="{99451696-0D1A-4B9A-8368-F46AAEFAC56F}"/>
    <dgm:cxn modelId="{CEA830DB-9471-4DF7-B2A8-26AE95BCC0FF}" srcId="{74CDB080-DAC8-40C1-B772-4D334292CC26}" destId="{8B179311-DE5F-4DF9-B516-E6A4E1AAEEFB}" srcOrd="0" destOrd="0" parTransId="{D0032DC6-ECA8-4442-9CAE-EA7D3B95EAB8}" sibTransId="{89DBA5D9-00D5-4076-ADF1-9039584FCB11}"/>
    <dgm:cxn modelId="{30D041DB-E86E-438A-8305-BB9038EBD1FE}" type="presOf" srcId="{8B179311-DE5F-4DF9-B516-E6A4E1AAEEFB}" destId="{0BA26DDF-68A2-442B-BF09-069AF0A85813}" srcOrd="1" destOrd="0" presId="urn:microsoft.com/office/officeart/2005/8/layout/orgChart1"/>
    <dgm:cxn modelId="{BE1B22DF-615F-443D-B88C-10B00D24AA28}" type="presOf" srcId="{3BE5C558-6D7D-4F7B-8A42-5329CB4F7C73}" destId="{51C3063E-C64D-4244-B222-8898007C926C}" srcOrd="0" destOrd="0" presId="urn:microsoft.com/office/officeart/2005/8/layout/orgChart1"/>
    <dgm:cxn modelId="{4778B0E7-6637-4485-9CA4-21B97327D4DA}" type="presOf" srcId="{FEAE2752-522F-417F-BDA7-AAE93019CE46}" destId="{14B1491B-DAD2-488D-8E53-6D217FB67A10}" srcOrd="0" destOrd="0" presId="urn:microsoft.com/office/officeart/2005/8/layout/orgChart1"/>
    <dgm:cxn modelId="{CA8FE9EE-DEFE-494A-A2CE-6E334D9D765C}" type="presOf" srcId="{BDA097DD-D3FE-456B-B8F5-F8240A313C28}" destId="{74F849BC-179C-4149-A626-C9F4EE9B92F4}" srcOrd="1" destOrd="0" presId="urn:microsoft.com/office/officeart/2005/8/layout/orgChart1"/>
    <dgm:cxn modelId="{DDA84EF5-8BD1-4A62-BC36-62F1D32FEC38}" type="presOf" srcId="{16D8A83A-B848-4192-A2B9-018E70C1ED7E}" destId="{BF2FDE83-0828-4FAF-9A72-2886525ACB3B}" srcOrd="0" destOrd="0" presId="urn:microsoft.com/office/officeart/2005/8/layout/orgChart1"/>
    <dgm:cxn modelId="{7D5ABCF7-5930-4108-9E72-C216FB96B3EF}" type="presOf" srcId="{8808E928-9269-41D9-89B0-F13EE1D7D0AF}" destId="{96E4EC39-105C-42D7-9277-851589B60575}" srcOrd="0" destOrd="0" presId="urn:microsoft.com/office/officeart/2005/8/layout/orgChart1"/>
    <dgm:cxn modelId="{03831EFD-7CCB-437C-846A-17DA70820880}" type="presOf" srcId="{74CDB080-DAC8-40C1-B772-4D334292CC26}" destId="{CA0FBBB3-C5BF-442A-BC4A-E90F1259051A}" srcOrd="0" destOrd="0" presId="urn:microsoft.com/office/officeart/2005/8/layout/orgChart1"/>
    <dgm:cxn modelId="{5D2A7FBB-2D0D-41AB-9482-C49AD3716A14}" type="presParOf" srcId="{89F7E32E-F0A0-4157-9466-28638A3AD618}" destId="{3E8E8154-8E80-4C1A-BD72-4EDF8A83FE4D}" srcOrd="0" destOrd="0" presId="urn:microsoft.com/office/officeart/2005/8/layout/orgChart1"/>
    <dgm:cxn modelId="{CFF402B1-DAEF-4FBA-931E-378B89974DCC}" type="presParOf" srcId="{3E8E8154-8E80-4C1A-BD72-4EDF8A83FE4D}" destId="{36F7BC30-2635-4E36-BC42-D05CEE81F933}" srcOrd="0" destOrd="0" presId="urn:microsoft.com/office/officeart/2005/8/layout/orgChart1"/>
    <dgm:cxn modelId="{2A6FBD04-6148-41AB-AC85-2788DE3B70FC}" type="presParOf" srcId="{36F7BC30-2635-4E36-BC42-D05CEE81F933}" destId="{1EFB72C5-52AC-4CE4-A81C-88DD5CD3A580}" srcOrd="0" destOrd="0" presId="urn:microsoft.com/office/officeart/2005/8/layout/orgChart1"/>
    <dgm:cxn modelId="{2E7A6179-6A82-4893-9173-77D6D064EF53}" type="presParOf" srcId="{36F7BC30-2635-4E36-BC42-D05CEE81F933}" destId="{7E34002B-81D8-4EF8-97E7-AA15109226DE}" srcOrd="1" destOrd="0" presId="urn:microsoft.com/office/officeart/2005/8/layout/orgChart1"/>
    <dgm:cxn modelId="{CD86166B-B9A3-4801-B51C-6F42E83B88E9}" type="presParOf" srcId="{3E8E8154-8E80-4C1A-BD72-4EDF8A83FE4D}" destId="{7231CB9C-C8DF-4D7B-965A-3AD3AE46F0CC}" srcOrd="1" destOrd="0" presId="urn:microsoft.com/office/officeart/2005/8/layout/orgChart1"/>
    <dgm:cxn modelId="{AFEED87F-EBDD-4A98-9CC5-809FAFAD0354}" type="presParOf" srcId="{7231CB9C-C8DF-4D7B-965A-3AD3AE46F0CC}" destId="{9187C602-B5B7-4FD2-A240-8EB04DC460F0}" srcOrd="0" destOrd="0" presId="urn:microsoft.com/office/officeart/2005/8/layout/orgChart1"/>
    <dgm:cxn modelId="{DDC0DFE6-AEBD-45C3-9911-1B76B7957608}" type="presParOf" srcId="{7231CB9C-C8DF-4D7B-965A-3AD3AE46F0CC}" destId="{2CB03F0B-6CDA-4CDC-BB97-CC99CAD0A12A}" srcOrd="1" destOrd="0" presId="urn:microsoft.com/office/officeart/2005/8/layout/orgChart1"/>
    <dgm:cxn modelId="{A801CEB4-6A3A-4217-AFB6-9F9657237473}" type="presParOf" srcId="{2CB03F0B-6CDA-4CDC-BB97-CC99CAD0A12A}" destId="{BC6F46A5-FB5A-41A0-88B1-047441B1DCC8}" srcOrd="0" destOrd="0" presId="urn:microsoft.com/office/officeart/2005/8/layout/orgChart1"/>
    <dgm:cxn modelId="{7F06B9B9-52FF-463F-910B-F5149E0F7897}" type="presParOf" srcId="{BC6F46A5-FB5A-41A0-88B1-047441B1DCC8}" destId="{CA0FBBB3-C5BF-442A-BC4A-E90F1259051A}" srcOrd="0" destOrd="0" presId="urn:microsoft.com/office/officeart/2005/8/layout/orgChart1"/>
    <dgm:cxn modelId="{3DFDCFB7-3C25-426E-B023-B73CDEA0FD3B}" type="presParOf" srcId="{BC6F46A5-FB5A-41A0-88B1-047441B1DCC8}" destId="{8BE8A5C6-D46C-4AFB-B947-B98F7236A193}" srcOrd="1" destOrd="0" presId="urn:microsoft.com/office/officeart/2005/8/layout/orgChart1"/>
    <dgm:cxn modelId="{6C968C47-DADA-45EE-8F2C-F85D16BDA4F8}" type="presParOf" srcId="{2CB03F0B-6CDA-4CDC-BB97-CC99CAD0A12A}" destId="{DDE2042A-CB2D-464D-BA17-B18C1338E147}" srcOrd="1" destOrd="0" presId="urn:microsoft.com/office/officeart/2005/8/layout/orgChart1"/>
    <dgm:cxn modelId="{559BD1D7-99D8-43EF-99F5-896DBBE736B9}" type="presParOf" srcId="{DDE2042A-CB2D-464D-BA17-B18C1338E147}" destId="{789D8BBB-D534-4026-8FC9-17E5A1026EF6}" srcOrd="0" destOrd="0" presId="urn:microsoft.com/office/officeart/2005/8/layout/orgChart1"/>
    <dgm:cxn modelId="{EB51A230-E4E7-4F0C-9CA0-803114173723}" type="presParOf" srcId="{DDE2042A-CB2D-464D-BA17-B18C1338E147}" destId="{0AB9225E-3A2B-4BBA-9088-DE9DCCE752DA}" srcOrd="1" destOrd="0" presId="urn:microsoft.com/office/officeart/2005/8/layout/orgChart1"/>
    <dgm:cxn modelId="{61601555-0E6D-4669-8FAF-29F3DD606654}" type="presParOf" srcId="{0AB9225E-3A2B-4BBA-9088-DE9DCCE752DA}" destId="{B3419A5D-BE46-4796-92B0-E8DF64E31139}" srcOrd="0" destOrd="0" presId="urn:microsoft.com/office/officeart/2005/8/layout/orgChart1"/>
    <dgm:cxn modelId="{0AAC8BDC-EAB1-44B0-B613-C227C2B70CD9}" type="presParOf" srcId="{B3419A5D-BE46-4796-92B0-E8DF64E31139}" destId="{157DD77E-2582-4757-BD01-AE4745010A91}" srcOrd="0" destOrd="0" presId="urn:microsoft.com/office/officeart/2005/8/layout/orgChart1"/>
    <dgm:cxn modelId="{3F8BA984-B859-4BB0-B92B-12C0576A7D57}" type="presParOf" srcId="{B3419A5D-BE46-4796-92B0-E8DF64E31139}" destId="{0BA26DDF-68A2-442B-BF09-069AF0A85813}" srcOrd="1" destOrd="0" presId="urn:microsoft.com/office/officeart/2005/8/layout/orgChart1"/>
    <dgm:cxn modelId="{6A10DA6F-9C76-4EA8-976A-5D8EB20F0546}" type="presParOf" srcId="{0AB9225E-3A2B-4BBA-9088-DE9DCCE752DA}" destId="{BD49094B-3C9A-42DA-8450-DD9530BFA3E8}" srcOrd="1" destOrd="0" presId="urn:microsoft.com/office/officeart/2005/8/layout/orgChart1"/>
    <dgm:cxn modelId="{287A274B-A6E7-4544-8D04-2CE0909891DD}" type="presParOf" srcId="{0AB9225E-3A2B-4BBA-9088-DE9DCCE752DA}" destId="{78FE07FD-4DEF-498A-A1A9-00688C5966C3}" srcOrd="2" destOrd="0" presId="urn:microsoft.com/office/officeart/2005/8/layout/orgChart1"/>
    <dgm:cxn modelId="{AF8FF76D-4461-4A5A-AE14-149392A28E2A}" type="presParOf" srcId="{2CB03F0B-6CDA-4CDC-BB97-CC99CAD0A12A}" destId="{BFD15DF7-1934-469D-ABFB-07433F43A34D}" srcOrd="2" destOrd="0" presId="urn:microsoft.com/office/officeart/2005/8/layout/orgChart1"/>
    <dgm:cxn modelId="{D6AAD38D-9FFF-46B9-8071-C8DD49F74143}" type="presParOf" srcId="{7231CB9C-C8DF-4D7B-965A-3AD3AE46F0CC}" destId="{FF3344BB-5114-4F0D-9BF1-1754B8172255}" srcOrd="2" destOrd="0" presId="urn:microsoft.com/office/officeart/2005/8/layout/orgChart1"/>
    <dgm:cxn modelId="{C1EF2F47-38A1-49B2-B380-B8C37A282BE6}" type="presParOf" srcId="{7231CB9C-C8DF-4D7B-965A-3AD3AE46F0CC}" destId="{01B98EAB-C884-4CF3-897F-B7938B9BEAE6}" srcOrd="3" destOrd="0" presId="urn:microsoft.com/office/officeart/2005/8/layout/orgChart1"/>
    <dgm:cxn modelId="{DCA623B4-C01A-4AB5-8F87-4D74097F3F03}" type="presParOf" srcId="{01B98EAB-C884-4CF3-897F-B7938B9BEAE6}" destId="{68A112C0-0680-466B-AECC-5A3D1BBC0AF1}" srcOrd="0" destOrd="0" presId="urn:microsoft.com/office/officeart/2005/8/layout/orgChart1"/>
    <dgm:cxn modelId="{8EEE048E-8158-4E0C-AECE-45B3DA58B8E3}" type="presParOf" srcId="{68A112C0-0680-466B-AECC-5A3D1BBC0AF1}" destId="{BF2FDE83-0828-4FAF-9A72-2886525ACB3B}" srcOrd="0" destOrd="0" presId="urn:microsoft.com/office/officeart/2005/8/layout/orgChart1"/>
    <dgm:cxn modelId="{E816C0B2-88E6-4040-B60C-823C1DB9F397}" type="presParOf" srcId="{68A112C0-0680-466B-AECC-5A3D1BBC0AF1}" destId="{E8DAE183-E8EF-4B67-8813-98AFC49AF89A}" srcOrd="1" destOrd="0" presId="urn:microsoft.com/office/officeart/2005/8/layout/orgChart1"/>
    <dgm:cxn modelId="{2183944F-F068-41BD-BFB5-9D051956A904}" type="presParOf" srcId="{01B98EAB-C884-4CF3-897F-B7938B9BEAE6}" destId="{FDAC1CDE-9CFF-472D-8984-014F717401F2}" srcOrd="1" destOrd="0" presId="urn:microsoft.com/office/officeart/2005/8/layout/orgChart1"/>
    <dgm:cxn modelId="{F33C0167-5164-4DDB-97F1-401C0E281FCF}" type="presParOf" srcId="{FDAC1CDE-9CFF-472D-8984-014F717401F2}" destId="{96E4EC39-105C-42D7-9277-851589B60575}" srcOrd="0" destOrd="0" presId="urn:microsoft.com/office/officeart/2005/8/layout/orgChart1"/>
    <dgm:cxn modelId="{D9309A5D-17AC-4337-B5D2-5F6216D71F17}" type="presParOf" srcId="{FDAC1CDE-9CFF-472D-8984-014F717401F2}" destId="{2DEAD255-F5CD-436B-863C-324ACEDA625A}" srcOrd="1" destOrd="0" presId="urn:microsoft.com/office/officeart/2005/8/layout/orgChart1"/>
    <dgm:cxn modelId="{F98788A9-5F22-4C4E-8DD0-75416B005D3D}" type="presParOf" srcId="{2DEAD255-F5CD-436B-863C-324ACEDA625A}" destId="{A5BCA844-78B5-4800-AC38-46A817511E43}" srcOrd="0" destOrd="0" presId="urn:microsoft.com/office/officeart/2005/8/layout/orgChart1"/>
    <dgm:cxn modelId="{51BF19E5-C7AB-416B-8C5A-20454020361B}" type="presParOf" srcId="{A5BCA844-78B5-4800-AC38-46A817511E43}" destId="{51C3063E-C64D-4244-B222-8898007C926C}" srcOrd="0" destOrd="0" presId="urn:microsoft.com/office/officeart/2005/8/layout/orgChart1"/>
    <dgm:cxn modelId="{D9808287-D5C8-40B0-9DD1-F45945592911}" type="presParOf" srcId="{A5BCA844-78B5-4800-AC38-46A817511E43}" destId="{FA5B1572-11BC-4E74-86E1-0E960ECFF0D0}" srcOrd="1" destOrd="0" presId="urn:microsoft.com/office/officeart/2005/8/layout/orgChart1"/>
    <dgm:cxn modelId="{CC365400-4CA0-47F4-93EC-481DABEA588E}" type="presParOf" srcId="{2DEAD255-F5CD-436B-863C-324ACEDA625A}" destId="{A9D6521F-9C6A-469D-9453-344C03A3ACF0}" srcOrd="1" destOrd="0" presId="urn:microsoft.com/office/officeart/2005/8/layout/orgChart1"/>
    <dgm:cxn modelId="{AD3D86EE-8413-4DEF-BFB8-0BCAB0D2AA69}" type="presParOf" srcId="{2DEAD255-F5CD-436B-863C-324ACEDA625A}" destId="{432BE151-885D-4AA6-8EC1-951503446493}" srcOrd="2" destOrd="0" presId="urn:microsoft.com/office/officeart/2005/8/layout/orgChart1"/>
    <dgm:cxn modelId="{4D5A7BC6-1697-4711-8295-880BD289966F}" type="presParOf" srcId="{FDAC1CDE-9CFF-472D-8984-014F717401F2}" destId="{0DA0B8D7-E5FB-46D2-96FA-7C570F1C5B56}" srcOrd="2" destOrd="0" presId="urn:microsoft.com/office/officeart/2005/8/layout/orgChart1"/>
    <dgm:cxn modelId="{7B85647D-CF15-471B-BA0A-73B8EDE33BC4}" type="presParOf" srcId="{FDAC1CDE-9CFF-472D-8984-014F717401F2}" destId="{88EB933F-3275-46D6-B52B-ACF3131F7091}" srcOrd="3" destOrd="0" presId="urn:microsoft.com/office/officeart/2005/8/layout/orgChart1"/>
    <dgm:cxn modelId="{865F8346-AE41-4A78-A2FE-76AAB6E9253F}" type="presParOf" srcId="{88EB933F-3275-46D6-B52B-ACF3131F7091}" destId="{57D08938-A051-4A70-B605-CD0DD26DDAEC}" srcOrd="0" destOrd="0" presId="urn:microsoft.com/office/officeart/2005/8/layout/orgChart1"/>
    <dgm:cxn modelId="{0BE90C0C-592E-4A25-91E7-F5ADD6272556}" type="presParOf" srcId="{57D08938-A051-4A70-B605-CD0DD26DDAEC}" destId="{10168F99-8F58-415A-A4A9-89C463B6D2BF}" srcOrd="0" destOrd="0" presId="urn:microsoft.com/office/officeart/2005/8/layout/orgChart1"/>
    <dgm:cxn modelId="{804E0A7E-FDD2-43B5-AFCF-07820B46ACA2}" type="presParOf" srcId="{57D08938-A051-4A70-B605-CD0DD26DDAEC}" destId="{830BB935-9020-47CB-9C9B-66EBE7BEE8CC}" srcOrd="1" destOrd="0" presId="urn:microsoft.com/office/officeart/2005/8/layout/orgChart1"/>
    <dgm:cxn modelId="{F5E9B44E-E265-49D7-8BE8-DEA985A0C4CE}" type="presParOf" srcId="{88EB933F-3275-46D6-B52B-ACF3131F7091}" destId="{3552F8D0-72FC-4C65-889D-B76CA961BCBE}" srcOrd="1" destOrd="0" presId="urn:microsoft.com/office/officeart/2005/8/layout/orgChart1"/>
    <dgm:cxn modelId="{0B2CC523-9722-4CDD-8797-43E22969891B}" type="presParOf" srcId="{88EB933F-3275-46D6-B52B-ACF3131F7091}" destId="{68FA7053-74FC-49C1-9C07-96BF9611C0D7}" srcOrd="2" destOrd="0" presId="urn:microsoft.com/office/officeart/2005/8/layout/orgChart1"/>
    <dgm:cxn modelId="{DEC56A3A-E943-4964-8053-2C6BBEA709D5}" type="presParOf" srcId="{01B98EAB-C884-4CF3-897F-B7938B9BEAE6}" destId="{79BE321E-5CF1-4FCD-BF98-8E5B7E7B5F0B}" srcOrd="2" destOrd="0" presId="urn:microsoft.com/office/officeart/2005/8/layout/orgChart1"/>
    <dgm:cxn modelId="{76F01320-C6BD-469E-960B-753C2034B3FE}" type="presParOf" srcId="{7231CB9C-C8DF-4D7B-965A-3AD3AE46F0CC}" destId="{14B1491B-DAD2-488D-8E53-6D217FB67A10}" srcOrd="4" destOrd="0" presId="urn:microsoft.com/office/officeart/2005/8/layout/orgChart1"/>
    <dgm:cxn modelId="{969AB953-751B-4746-A44F-322DE76EDF81}" type="presParOf" srcId="{7231CB9C-C8DF-4D7B-965A-3AD3AE46F0CC}" destId="{D9206B59-40D5-48C2-AFEE-F3EFF71EF9A9}" srcOrd="5" destOrd="0" presId="urn:microsoft.com/office/officeart/2005/8/layout/orgChart1"/>
    <dgm:cxn modelId="{51BC3FE4-75AE-4676-B6BC-A9F5088197AF}" type="presParOf" srcId="{D9206B59-40D5-48C2-AFEE-F3EFF71EF9A9}" destId="{1D87ECBF-D5FD-430A-B23A-CEE677D20465}" srcOrd="0" destOrd="0" presId="urn:microsoft.com/office/officeart/2005/8/layout/orgChart1"/>
    <dgm:cxn modelId="{AE539032-0D09-42C4-A059-FA947C287FBE}" type="presParOf" srcId="{1D87ECBF-D5FD-430A-B23A-CEE677D20465}" destId="{910E1F31-96A5-4AE6-96EF-239FABEED9BA}" srcOrd="0" destOrd="0" presId="urn:microsoft.com/office/officeart/2005/8/layout/orgChart1"/>
    <dgm:cxn modelId="{D89AB34C-CE76-4B83-9FBF-7C12E2EC90C5}" type="presParOf" srcId="{1D87ECBF-D5FD-430A-B23A-CEE677D20465}" destId="{C4893E22-BFDF-4460-961A-8B42570FB0A6}" srcOrd="1" destOrd="0" presId="urn:microsoft.com/office/officeart/2005/8/layout/orgChart1"/>
    <dgm:cxn modelId="{6AC661BE-7FFA-47CF-A835-9C2138ACA419}" type="presParOf" srcId="{D9206B59-40D5-48C2-AFEE-F3EFF71EF9A9}" destId="{DE121F3E-16F4-493A-A229-781439BDEB4F}" srcOrd="1" destOrd="0" presId="urn:microsoft.com/office/officeart/2005/8/layout/orgChart1"/>
    <dgm:cxn modelId="{D7C83482-EC00-413C-8F1F-335E593EA6FF}" type="presParOf" srcId="{D9206B59-40D5-48C2-AFEE-F3EFF71EF9A9}" destId="{9ECBE05D-6308-4D29-B4DC-0F12170CA08D}" srcOrd="2" destOrd="0" presId="urn:microsoft.com/office/officeart/2005/8/layout/orgChart1"/>
    <dgm:cxn modelId="{B46B7371-B3A0-4395-9ACE-CC1B02B7047D}" type="presParOf" srcId="{7231CB9C-C8DF-4D7B-965A-3AD3AE46F0CC}" destId="{E694BF0F-1530-41FF-9AFB-3B21D17C77A7}" srcOrd="6" destOrd="0" presId="urn:microsoft.com/office/officeart/2005/8/layout/orgChart1"/>
    <dgm:cxn modelId="{7CFDDB67-CB33-4673-B9F0-B7153805DAE4}" type="presParOf" srcId="{7231CB9C-C8DF-4D7B-965A-3AD3AE46F0CC}" destId="{4A606AE6-88A7-42F3-9042-1D86DC51F83B}" srcOrd="7" destOrd="0" presId="urn:microsoft.com/office/officeart/2005/8/layout/orgChart1"/>
    <dgm:cxn modelId="{0692B3E6-EA5F-43AD-8A47-AA5751224CE7}" type="presParOf" srcId="{4A606AE6-88A7-42F3-9042-1D86DC51F83B}" destId="{1B208CC1-B446-4065-8ACE-3D0ADE5BEEC1}" srcOrd="0" destOrd="0" presId="urn:microsoft.com/office/officeart/2005/8/layout/orgChart1"/>
    <dgm:cxn modelId="{6E67A617-102E-42C7-BFDD-E478DEB18A21}" type="presParOf" srcId="{1B208CC1-B446-4065-8ACE-3D0ADE5BEEC1}" destId="{33BBF254-C2F0-44F5-9471-2D176A9265F2}" srcOrd="0" destOrd="0" presId="urn:microsoft.com/office/officeart/2005/8/layout/orgChart1"/>
    <dgm:cxn modelId="{D97CC458-6AA0-481C-9DB0-FE7025ADE3DD}" type="presParOf" srcId="{1B208CC1-B446-4065-8ACE-3D0ADE5BEEC1}" destId="{74F849BC-179C-4149-A626-C9F4EE9B92F4}" srcOrd="1" destOrd="0" presId="urn:microsoft.com/office/officeart/2005/8/layout/orgChart1"/>
    <dgm:cxn modelId="{08A34022-92A0-4006-A52E-05B7ADC1CC99}" type="presParOf" srcId="{4A606AE6-88A7-42F3-9042-1D86DC51F83B}" destId="{2EF14896-7BF3-4AC7-93D4-3A184B2D2CF7}" srcOrd="1" destOrd="0" presId="urn:microsoft.com/office/officeart/2005/8/layout/orgChart1"/>
    <dgm:cxn modelId="{9AB84217-4DC1-4CF1-845B-DDA02AFFAE69}" type="presParOf" srcId="{4A606AE6-88A7-42F3-9042-1D86DC51F83B}" destId="{24A3CD9B-6501-471F-A080-C7B78F7F20CE}" srcOrd="2" destOrd="0" presId="urn:microsoft.com/office/officeart/2005/8/layout/orgChart1"/>
    <dgm:cxn modelId="{C894530C-484C-42F8-AF4F-A30B0B236449}" type="presParOf" srcId="{7231CB9C-C8DF-4D7B-965A-3AD3AE46F0CC}" destId="{CC3E4754-24EC-4A0F-8308-0110811FDE43}" srcOrd="8" destOrd="0" presId="urn:microsoft.com/office/officeart/2005/8/layout/orgChart1"/>
    <dgm:cxn modelId="{3DE63364-A180-4628-BEDB-6527EE14F63D}" type="presParOf" srcId="{7231CB9C-C8DF-4D7B-965A-3AD3AE46F0CC}" destId="{8BDAA06F-F85E-4CB8-A9FD-1AD50C37386A}" srcOrd="9" destOrd="0" presId="urn:microsoft.com/office/officeart/2005/8/layout/orgChart1"/>
    <dgm:cxn modelId="{CE4F16A4-195A-4137-BFC8-626E3878B96B}" type="presParOf" srcId="{8BDAA06F-F85E-4CB8-A9FD-1AD50C37386A}" destId="{1DDBA309-C342-4E1A-91B5-2C6BD97FB20E}" srcOrd="0" destOrd="0" presId="urn:microsoft.com/office/officeart/2005/8/layout/orgChart1"/>
    <dgm:cxn modelId="{2035B58E-0648-4B1F-9A25-2FBF70D3FD79}" type="presParOf" srcId="{1DDBA309-C342-4E1A-91B5-2C6BD97FB20E}" destId="{285B0EAA-F3D5-4A71-8B3D-34387649837D}" srcOrd="0" destOrd="0" presId="urn:microsoft.com/office/officeart/2005/8/layout/orgChart1"/>
    <dgm:cxn modelId="{D51CDB86-4DD0-468E-8E63-66679A74166A}" type="presParOf" srcId="{1DDBA309-C342-4E1A-91B5-2C6BD97FB20E}" destId="{1CA37C66-14A1-4054-AAAA-05353C982B68}" srcOrd="1" destOrd="0" presId="urn:microsoft.com/office/officeart/2005/8/layout/orgChart1"/>
    <dgm:cxn modelId="{1F6D015D-C59B-4131-9389-FAC3631AF2A6}" type="presParOf" srcId="{8BDAA06F-F85E-4CB8-A9FD-1AD50C37386A}" destId="{FD48554F-8802-4E23-85F7-6C8786CE19DB}" srcOrd="1" destOrd="0" presId="urn:microsoft.com/office/officeart/2005/8/layout/orgChart1"/>
    <dgm:cxn modelId="{159D0E56-4BB1-47AA-B2DF-5953D7553F40}" type="presParOf" srcId="{8BDAA06F-F85E-4CB8-A9FD-1AD50C37386A}" destId="{968DE114-1D02-4414-8367-E09B3EA83FAF}" srcOrd="2" destOrd="0" presId="urn:microsoft.com/office/officeart/2005/8/layout/orgChart1"/>
    <dgm:cxn modelId="{39DBC323-1810-40BD-AF58-8442E2A30D30}" type="presParOf" srcId="{7231CB9C-C8DF-4D7B-965A-3AD3AE46F0CC}" destId="{7C5079DC-9D07-4CF2-A4B1-8F21F821937F}" srcOrd="10" destOrd="0" presId="urn:microsoft.com/office/officeart/2005/8/layout/orgChart1"/>
    <dgm:cxn modelId="{0BD68E5F-D3A8-4779-AD90-D935452F5BF1}" type="presParOf" srcId="{7231CB9C-C8DF-4D7B-965A-3AD3AE46F0CC}" destId="{C42E7A99-E789-4EDA-9BFC-B1F832507E0D}" srcOrd="11" destOrd="0" presId="urn:microsoft.com/office/officeart/2005/8/layout/orgChart1"/>
    <dgm:cxn modelId="{511B3F80-DE6F-4F22-9955-CE7835982054}" type="presParOf" srcId="{C42E7A99-E789-4EDA-9BFC-B1F832507E0D}" destId="{0368C464-E9FB-484B-97E7-97354E6A7FF4}" srcOrd="0" destOrd="0" presId="urn:microsoft.com/office/officeart/2005/8/layout/orgChart1"/>
    <dgm:cxn modelId="{C38769BD-647E-470F-A1F9-C9D2E02F3413}" type="presParOf" srcId="{0368C464-E9FB-484B-97E7-97354E6A7FF4}" destId="{46D5DD79-264F-4E68-B41E-06DFBB21945A}" srcOrd="0" destOrd="0" presId="urn:microsoft.com/office/officeart/2005/8/layout/orgChart1"/>
    <dgm:cxn modelId="{E68F651D-74C3-4619-B82D-8D732FB648E9}" type="presParOf" srcId="{0368C464-E9FB-484B-97E7-97354E6A7FF4}" destId="{83BA0196-AABC-47BB-88E1-876B65E84DDD}" srcOrd="1" destOrd="0" presId="urn:microsoft.com/office/officeart/2005/8/layout/orgChart1"/>
    <dgm:cxn modelId="{73A26101-E20B-4A46-B53B-151D59680AD6}" type="presParOf" srcId="{C42E7A99-E789-4EDA-9BFC-B1F832507E0D}" destId="{1FD0F0D5-0855-44B3-84FE-85132B4F5533}" srcOrd="1" destOrd="0" presId="urn:microsoft.com/office/officeart/2005/8/layout/orgChart1"/>
    <dgm:cxn modelId="{1493B7BD-CD7F-4E73-95B6-605644901324}" type="presParOf" srcId="{C42E7A99-E789-4EDA-9BFC-B1F832507E0D}" destId="{3E99ACB8-ACE8-462A-A4A9-35FB0F4BF310}" srcOrd="2" destOrd="0" presId="urn:microsoft.com/office/officeart/2005/8/layout/orgChart1"/>
    <dgm:cxn modelId="{25ABC51E-E3CB-4F4D-893E-EF9F8C3E1C4A}" type="presParOf" srcId="{3E8E8154-8E80-4C1A-BD72-4EDF8A83FE4D}" destId="{E08EA480-DE7B-4718-B79B-4A1D2D8259F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AB89CFB-9A03-4FA0-A88D-D11B4EB53A7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7415072-C50E-4061-BD43-E3A2C7196491}">
      <dgm:prSet phldrT="[Text]" phldr="0"/>
      <dgm:spPr/>
      <dgm:t>
        <a:bodyPr/>
        <a:lstStyle/>
        <a:p>
          <a:pPr algn="l"/>
          <a:r>
            <a:rPr lang="en-US" dirty="0"/>
            <a:t>“</a:t>
          </a:r>
          <a:r>
            <a:rPr lang="en-US" b="1" dirty="0">
              <a:hlinkClick xmlns:r="http://schemas.openxmlformats.org/officeDocument/2006/relationships" r:id="rId1"/>
            </a:rPr>
            <a:t>By God’s grace from start to finish</a:t>
          </a:r>
          <a:r>
            <a:rPr lang="en-US" dirty="0">
              <a:hlinkClick xmlns:r="http://schemas.openxmlformats.org/officeDocument/2006/relationships" r:id="rId1"/>
            </a:rPr>
            <a:t>, those who trust in Jesus Christ are saved from the guilt and penalty of their former sins, renewed in God’s image, and empowered by the Holy Spirit to love and serve God and neighbor in true holiness all the remaining days of their lives.</a:t>
          </a:r>
          <a:r>
            <a:rPr lang="en-US" dirty="0"/>
            <a:t>”(108)</a:t>
          </a:r>
        </a:p>
        <a:p>
          <a:pPr algn="l"/>
          <a:r>
            <a:rPr lang="en-US" i="1" dirty="0"/>
            <a:t>Implicit: This </a:t>
          </a:r>
          <a:r>
            <a:rPr lang="en-US" i="1" dirty="0" err="1"/>
            <a:t>Desilva’s</a:t>
          </a:r>
          <a:r>
            <a:rPr lang="en-US" i="1" dirty="0"/>
            <a:t> answer for an opening definition.</a:t>
          </a:r>
        </a:p>
      </dgm:t>
    </dgm:pt>
    <dgm:pt modelId="{D64918E6-F117-4903-9F5B-854698D155BF}" type="parTrans" cxnId="{7224D279-2521-4E9F-88BB-DF3584F287CE}">
      <dgm:prSet/>
      <dgm:spPr/>
      <dgm:t>
        <a:bodyPr/>
        <a:lstStyle/>
        <a:p>
          <a:pPr algn="l"/>
          <a:endParaRPr lang="en-US"/>
        </a:p>
      </dgm:t>
    </dgm:pt>
    <dgm:pt modelId="{70E6E90E-7C7E-4D3D-92BD-75AD74983515}" type="sibTrans" cxnId="{7224D279-2521-4E9F-88BB-DF3584F287CE}">
      <dgm:prSet/>
      <dgm:spPr/>
      <dgm:t>
        <a:bodyPr/>
        <a:lstStyle/>
        <a:p>
          <a:pPr algn="l"/>
          <a:endParaRPr lang="en-US"/>
        </a:p>
      </dgm:t>
    </dgm:pt>
    <dgm:pt modelId="{74CDB080-DAC8-40C1-B772-4D334292CC26}">
      <dgm:prSet phldrT="[Text]" phldr="0"/>
      <dgm:spPr/>
      <dgm:t>
        <a:bodyPr/>
        <a:lstStyle/>
        <a:p>
          <a:pPr algn="l"/>
          <a:r>
            <a:rPr lang="en-US" i="0" dirty="0"/>
            <a:t>“ his[Wesley’s] ministers should ‘</a:t>
          </a:r>
          <a:r>
            <a:rPr lang="en-US" b="1" i="0" dirty="0"/>
            <a:t>preach the whole gospel</a:t>
          </a:r>
          <a:r>
            <a:rPr lang="en-US" i="0" dirty="0"/>
            <a:t>, even justification and sanctification, preparatory to glory,’”</a:t>
          </a:r>
        </a:p>
        <a:p>
          <a:pPr algn="l"/>
          <a:r>
            <a:rPr lang="en-US" i="1" dirty="0"/>
            <a:t>Implicit: listed elements completes the definition of gospel.</a:t>
          </a:r>
        </a:p>
      </dgm:t>
    </dgm:pt>
    <dgm:pt modelId="{CDB8726F-D040-4C43-89B9-D13C2F9F97EF}" type="parTrans" cxnId="{F0159BBA-D3CC-44CD-ABF7-EAD387E52236}">
      <dgm:prSet/>
      <dgm:spPr/>
      <dgm:t>
        <a:bodyPr/>
        <a:lstStyle/>
        <a:p>
          <a:pPr algn="l"/>
          <a:endParaRPr lang="en-US"/>
        </a:p>
      </dgm:t>
    </dgm:pt>
    <dgm:pt modelId="{9BEF7D0B-2D0A-4307-BA27-DD4B3BE6052A}" type="sibTrans" cxnId="{F0159BBA-D3CC-44CD-ABF7-EAD387E52236}">
      <dgm:prSet/>
      <dgm:spPr/>
      <dgm:t>
        <a:bodyPr/>
        <a:lstStyle/>
        <a:p>
          <a:pPr algn="l"/>
          <a:endParaRPr lang="en-US"/>
        </a:p>
      </dgm:t>
    </dgm:pt>
    <dgm:pt modelId="{16D8A83A-B848-4192-A2B9-018E70C1ED7E}">
      <dgm:prSet phldrT="[Text]" phldr="0"/>
      <dgm:spPr/>
      <dgm:t>
        <a:bodyPr/>
        <a:lstStyle/>
        <a:p>
          <a:pPr algn="l"/>
          <a:r>
            <a:rPr lang="en-US" dirty="0"/>
            <a:t>The gospel announces deliverance from two problems: “</a:t>
          </a:r>
          <a:r>
            <a:rPr lang="en-US" b="1" dirty="0"/>
            <a:t>alienation from the life of God</a:t>
          </a:r>
          <a:r>
            <a:rPr lang="en-US" dirty="0"/>
            <a:t>” and “</a:t>
          </a:r>
          <a:r>
            <a:rPr lang="en-US" b="1" dirty="0"/>
            <a:t>deformation of their vary nature</a:t>
          </a:r>
          <a:r>
            <a:rPr lang="en-US" dirty="0"/>
            <a:t>”.</a:t>
          </a:r>
        </a:p>
        <a:p>
          <a:pPr algn="l"/>
          <a:r>
            <a:rPr lang="en-US" dirty="0"/>
            <a:t>The solution is justification: “</a:t>
          </a:r>
          <a:r>
            <a:rPr lang="en-US" b="1" dirty="0"/>
            <a:t>saved from the guilt of sin</a:t>
          </a:r>
          <a:r>
            <a:rPr lang="en-US" dirty="0"/>
            <a:t> and restored to the </a:t>
          </a:r>
          <a:r>
            <a:rPr lang="en-US" dirty="0" err="1"/>
            <a:t>favour</a:t>
          </a:r>
          <a:r>
            <a:rPr lang="en-US" dirty="0"/>
            <a:t> of God” and sanctification: “</a:t>
          </a:r>
          <a:r>
            <a:rPr lang="en-US" b="1" dirty="0"/>
            <a:t>saved from the power and root </a:t>
          </a:r>
          <a:r>
            <a:rPr lang="en-US" dirty="0"/>
            <a:t>of sin, and restored to the image of God”.</a:t>
          </a:r>
        </a:p>
      </dgm:t>
    </dgm:pt>
    <dgm:pt modelId="{6B0615ED-A5F4-409E-BBB2-75BC19C58881}" type="parTrans" cxnId="{81E359CA-A611-450C-A222-A5DB72ECF6B8}">
      <dgm:prSet/>
      <dgm:spPr/>
      <dgm:t>
        <a:bodyPr/>
        <a:lstStyle/>
        <a:p>
          <a:pPr algn="l"/>
          <a:endParaRPr lang="en-US"/>
        </a:p>
      </dgm:t>
    </dgm:pt>
    <dgm:pt modelId="{240B15CD-DAA0-4937-8FA0-44B59A68E9B6}" type="sibTrans" cxnId="{81E359CA-A611-450C-A222-A5DB72ECF6B8}">
      <dgm:prSet/>
      <dgm:spPr/>
      <dgm:t>
        <a:bodyPr/>
        <a:lstStyle/>
        <a:p>
          <a:endParaRPr lang="en-US"/>
        </a:p>
      </dgm:t>
    </dgm:pt>
    <dgm:pt modelId="{1E956FCB-CC57-49BE-A33F-A39FE02CB6F7}">
      <dgm:prSet phldrT="[Text]" phldr="0"/>
      <dgm:spPr/>
      <dgm:t>
        <a:bodyPr/>
        <a:lstStyle/>
        <a:p>
          <a:pPr algn="l"/>
          <a:r>
            <a:rPr lang="en-US" dirty="0"/>
            <a:t> “Salvation involves the work both of the Son and Holy Spirit, the Son in ‘giving himself to be ‘</a:t>
          </a:r>
          <a:r>
            <a:rPr lang="en-US" b="1" dirty="0"/>
            <a:t>a propitiation for the sins of the world</a:t>
          </a:r>
          <a:r>
            <a:rPr lang="en-US" dirty="0"/>
            <a:t>,’ ‘ the Holy Spirit in ‘renewing men in that image of God wherein they were created”</a:t>
          </a:r>
        </a:p>
      </dgm:t>
    </dgm:pt>
    <dgm:pt modelId="{FEAE2752-522F-417F-BDA7-AAE93019CE46}" type="parTrans" cxnId="{A10BE6D6-5489-4234-9925-514B3964ED12}">
      <dgm:prSet/>
      <dgm:spPr/>
      <dgm:t>
        <a:bodyPr/>
        <a:lstStyle/>
        <a:p>
          <a:pPr algn="l"/>
          <a:endParaRPr lang="en-US"/>
        </a:p>
      </dgm:t>
    </dgm:pt>
    <dgm:pt modelId="{37D2250C-5CFE-41AB-B7E0-951CFF9DF477}" type="sibTrans" cxnId="{A10BE6D6-5489-4234-9925-514B3964ED12}">
      <dgm:prSet/>
      <dgm:spPr/>
      <dgm:t>
        <a:bodyPr/>
        <a:lstStyle/>
        <a:p>
          <a:endParaRPr lang="en-US"/>
        </a:p>
      </dgm:t>
    </dgm:pt>
    <dgm:pt modelId="{8C53E52D-999E-48D8-8495-8DDE2B87ECEE}">
      <dgm:prSet phldrT="[Text]" phldr="0"/>
      <dgm:spPr/>
      <dgm:t>
        <a:bodyPr/>
        <a:lstStyle/>
        <a:p>
          <a:pPr algn="l"/>
          <a:r>
            <a:rPr lang="en-US" dirty="0"/>
            <a:t>“John Wesley’s </a:t>
          </a:r>
          <a:r>
            <a:rPr lang="en-US" b="1" dirty="0"/>
            <a:t>spiritual biography constitutes </a:t>
          </a:r>
          <a:r>
            <a:rPr lang="en-US" dirty="0"/>
            <a:t>one important context for the emergence of his understanding of the gospel.”</a:t>
          </a:r>
          <a:br>
            <a:rPr lang="en-US" dirty="0"/>
          </a:br>
          <a:r>
            <a:rPr lang="en-US" i="1" dirty="0"/>
            <a:t>Implicit: </a:t>
          </a:r>
          <a:r>
            <a:rPr lang="en-US" i="1" dirty="0" err="1"/>
            <a:t>Desilva</a:t>
          </a:r>
          <a:r>
            <a:rPr lang="en-US" i="1" dirty="0"/>
            <a:t> draws from Wesley’s writing on the definition of the gospel, and Wesley’s experience is one of the aspects that shaped Wesley’s definition.</a:t>
          </a:r>
          <a:endParaRPr lang="en-US" dirty="0"/>
        </a:p>
      </dgm:t>
    </dgm:pt>
    <dgm:pt modelId="{3318B704-3AA0-421D-BAD3-7753337E7F55}" type="parTrans" cxnId="{ADC3B148-AF92-4914-A3E7-A35C340B01EA}">
      <dgm:prSet/>
      <dgm:spPr/>
      <dgm:t>
        <a:bodyPr/>
        <a:lstStyle/>
        <a:p>
          <a:endParaRPr lang="en-US"/>
        </a:p>
      </dgm:t>
    </dgm:pt>
    <dgm:pt modelId="{C6ECFA7C-1304-461A-A070-4D95809584A0}" type="sibTrans" cxnId="{ADC3B148-AF92-4914-A3E7-A35C340B01EA}">
      <dgm:prSet/>
      <dgm:spPr/>
      <dgm:t>
        <a:bodyPr/>
        <a:lstStyle/>
        <a:p>
          <a:endParaRPr lang="en-US"/>
        </a:p>
      </dgm:t>
    </dgm:pt>
    <dgm:pt modelId="{89F7E32E-F0A0-4157-9466-28638A3AD618}" type="pres">
      <dgm:prSet presAssocID="{0AB89CFB-9A03-4FA0-A88D-D11B4EB53A71}" presName="hierChild1" presStyleCnt="0">
        <dgm:presLayoutVars>
          <dgm:orgChart val="1"/>
          <dgm:chPref val="1"/>
          <dgm:dir/>
          <dgm:animOne val="branch"/>
          <dgm:animLvl val="lvl"/>
          <dgm:resizeHandles/>
        </dgm:presLayoutVars>
      </dgm:prSet>
      <dgm:spPr/>
    </dgm:pt>
    <dgm:pt modelId="{3E8E8154-8E80-4C1A-BD72-4EDF8A83FE4D}" type="pres">
      <dgm:prSet presAssocID="{67415072-C50E-4061-BD43-E3A2C7196491}" presName="hierRoot1" presStyleCnt="0">
        <dgm:presLayoutVars>
          <dgm:hierBranch val="init"/>
        </dgm:presLayoutVars>
      </dgm:prSet>
      <dgm:spPr/>
    </dgm:pt>
    <dgm:pt modelId="{36F7BC30-2635-4E36-BC42-D05CEE81F933}" type="pres">
      <dgm:prSet presAssocID="{67415072-C50E-4061-BD43-E3A2C7196491}" presName="rootComposite1" presStyleCnt="0"/>
      <dgm:spPr/>
    </dgm:pt>
    <dgm:pt modelId="{1EFB72C5-52AC-4CE4-A81C-88DD5CD3A580}" type="pres">
      <dgm:prSet presAssocID="{67415072-C50E-4061-BD43-E3A2C7196491}" presName="rootText1" presStyleLbl="node0" presStyleIdx="0" presStyleCnt="1">
        <dgm:presLayoutVars>
          <dgm:chPref val="3"/>
        </dgm:presLayoutVars>
      </dgm:prSet>
      <dgm:spPr/>
    </dgm:pt>
    <dgm:pt modelId="{7E34002B-81D8-4EF8-97E7-AA15109226DE}" type="pres">
      <dgm:prSet presAssocID="{67415072-C50E-4061-BD43-E3A2C7196491}" presName="rootConnector1" presStyleLbl="node1" presStyleIdx="0" presStyleCnt="0"/>
      <dgm:spPr/>
    </dgm:pt>
    <dgm:pt modelId="{7231CB9C-C8DF-4D7B-965A-3AD3AE46F0CC}" type="pres">
      <dgm:prSet presAssocID="{67415072-C50E-4061-BD43-E3A2C7196491}" presName="hierChild2" presStyleCnt="0"/>
      <dgm:spPr/>
    </dgm:pt>
    <dgm:pt modelId="{9187C602-B5B7-4FD2-A240-8EB04DC460F0}" type="pres">
      <dgm:prSet presAssocID="{CDB8726F-D040-4C43-89B9-D13C2F9F97EF}" presName="Name37" presStyleLbl="parChTrans1D2" presStyleIdx="0" presStyleCnt="4"/>
      <dgm:spPr/>
    </dgm:pt>
    <dgm:pt modelId="{2CB03F0B-6CDA-4CDC-BB97-CC99CAD0A12A}" type="pres">
      <dgm:prSet presAssocID="{74CDB080-DAC8-40C1-B772-4D334292CC26}" presName="hierRoot2" presStyleCnt="0">
        <dgm:presLayoutVars>
          <dgm:hierBranch val="init"/>
        </dgm:presLayoutVars>
      </dgm:prSet>
      <dgm:spPr/>
    </dgm:pt>
    <dgm:pt modelId="{BC6F46A5-FB5A-41A0-88B1-047441B1DCC8}" type="pres">
      <dgm:prSet presAssocID="{74CDB080-DAC8-40C1-B772-4D334292CC26}" presName="rootComposite" presStyleCnt="0"/>
      <dgm:spPr/>
    </dgm:pt>
    <dgm:pt modelId="{CA0FBBB3-C5BF-442A-BC4A-E90F1259051A}" type="pres">
      <dgm:prSet presAssocID="{74CDB080-DAC8-40C1-B772-4D334292CC26}" presName="rootText" presStyleLbl="node2" presStyleIdx="0" presStyleCnt="4">
        <dgm:presLayoutVars>
          <dgm:chPref val="3"/>
        </dgm:presLayoutVars>
      </dgm:prSet>
      <dgm:spPr/>
    </dgm:pt>
    <dgm:pt modelId="{8BE8A5C6-D46C-4AFB-B947-B98F7236A193}" type="pres">
      <dgm:prSet presAssocID="{74CDB080-DAC8-40C1-B772-4D334292CC26}" presName="rootConnector" presStyleLbl="node2" presStyleIdx="0" presStyleCnt="4"/>
      <dgm:spPr/>
    </dgm:pt>
    <dgm:pt modelId="{DDE2042A-CB2D-464D-BA17-B18C1338E147}" type="pres">
      <dgm:prSet presAssocID="{74CDB080-DAC8-40C1-B772-4D334292CC26}" presName="hierChild4" presStyleCnt="0"/>
      <dgm:spPr/>
    </dgm:pt>
    <dgm:pt modelId="{BFD15DF7-1934-469D-ABFB-07433F43A34D}" type="pres">
      <dgm:prSet presAssocID="{74CDB080-DAC8-40C1-B772-4D334292CC26}" presName="hierChild5" presStyleCnt="0"/>
      <dgm:spPr/>
    </dgm:pt>
    <dgm:pt modelId="{FF3344BB-5114-4F0D-9BF1-1754B8172255}" type="pres">
      <dgm:prSet presAssocID="{6B0615ED-A5F4-409E-BBB2-75BC19C58881}" presName="Name37" presStyleLbl="parChTrans1D2" presStyleIdx="1" presStyleCnt="4"/>
      <dgm:spPr/>
    </dgm:pt>
    <dgm:pt modelId="{01B98EAB-C884-4CF3-897F-B7938B9BEAE6}" type="pres">
      <dgm:prSet presAssocID="{16D8A83A-B848-4192-A2B9-018E70C1ED7E}" presName="hierRoot2" presStyleCnt="0">
        <dgm:presLayoutVars>
          <dgm:hierBranch val="init"/>
        </dgm:presLayoutVars>
      </dgm:prSet>
      <dgm:spPr/>
    </dgm:pt>
    <dgm:pt modelId="{68A112C0-0680-466B-AECC-5A3D1BBC0AF1}" type="pres">
      <dgm:prSet presAssocID="{16D8A83A-B848-4192-A2B9-018E70C1ED7E}" presName="rootComposite" presStyleCnt="0"/>
      <dgm:spPr/>
    </dgm:pt>
    <dgm:pt modelId="{BF2FDE83-0828-4FAF-9A72-2886525ACB3B}" type="pres">
      <dgm:prSet presAssocID="{16D8A83A-B848-4192-A2B9-018E70C1ED7E}" presName="rootText" presStyleLbl="node2" presStyleIdx="1" presStyleCnt="4">
        <dgm:presLayoutVars>
          <dgm:chPref val="3"/>
        </dgm:presLayoutVars>
      </dgm:prSet>
      <dgm:spPr/>
    </dgm:pt>
    <dgm:pt modelId="{E8DAE183-E8EF-4B67-8813-98AFC49AF89A}" type="pres">
      <dgm:prSet presAssocID="{16D8A83A-B848-4192-A2B9-018E70C1ED7E}" presName="rootConnector" presStyleLbl="node2" presStyleIdx="1" presStyleCnt="4"/>
      <dgm:spPr/>
    </dgm:pt>
    <dgm:pt modelId="{FDAC1CDE-9CFF-472D-8984-014F717401F2}" type="pres">
      <dgm:prSet presAssocID="{16D8A83A-B848-4192-A2B9-018E70C1ED7E}" presName="hierChild4" presStyleCnt="0"/>
      <dgm:spPr/>
    </dgm:pt>
    <dgm:pt modelId="{79BE321E-5CF1-4FCD-BF98-8E5B7E7B5F0B}" type="pres">
      <dgm:prSet presAssocID="{16D8A83A-B848-4192-A2B9-018E70C1ED7E}" presName="hierChild5" presStyleCnt="0"/>
      <dgm:spPr/>
    </dgm:pt>
    <dgm:pt modelId="{14B1491B-DAD2-488D-8E53-6D217FB67A10}" type="pres">
      <dgm:prSet presAssocID="{FEAE2752-522F-417F-BDA7-AAE93019CE46}" presName="Name37" presStyleLbl="parChTrans1D2" presStyleIdx="2" presStyleCnt="4"/>
      <dgm:spPr/>
    </dgm:pt>
    <dgm:pt modelId="{D9206B59-40D5-48C2-AFEE-F3EFF71EF9A9}" type="pres">
      <dgm:prSet presAssocID="{1E956FCB-CC57-49BE-A33F-A39FE02CB6F7}" presName="hierRoot2" presStyleCnt="0">
        <dgm:presLayoutVars>
          <dgm:hierBranch val="init"/>
        </dgm:presLayoutVars>
      </dgm:prSet>
      <dgm:spPr/>
    </dgm:pt>
    <dgm:pt modelId="{1D87ECBF-D5FD-430A-B23A-CEE677D20465}" type="pres">
      <dgm:prSet presAssocID="{1E956FCB-CC57-49BE-A33F-A39FE02CB6F7}" presName="rootComposite" presStyleCnt="0"/>
      <dgm:spPr/>
    </dgm:pt>
    <dgm:pt modelId="{910E1F31-96A5-4AE6-96EF-239FABEED9BA}" type="pres">
      <dgm:prSet presAssocID="{1E956FCB-CC57-49BE-A33F-A39FE02CB6F7}" presName="rootText" presStyleLbl="node2" presStyleIdx="2" presStyleCnt="4">
        <dgm:presLayoutVars>
          <dgm:chPref val="3"/>
        </dgm:presLayoutVars>
      </dgm:prSet>
      <dgm:spPr/>
    </dgm:pt>
    <dgm:pt modelId="{C4893E22-BFDF-4460-961A-8B42570FB0A6}" type="pres">
      <dgm:prSet presAssocID="{1E956FCB-CC57-49BE-A33F-A39FE02CB6F7}" presName="rootConnector" presStyleLbl="node2" presStyleIdx="2" presStyleCnt="4"/>
      <dgm:spPr/>
    </dgm:pt>
    <dgm:pt modelId="{DE121F3E-16F4-493A-A229-781439BDEB4F}" type="pres">
      <dgm:prSet presAssocID="{1E956FCB-CC57-49BE-A33F-A39FE02CB6F7}" presName="hierChild4" presStyleCnt="0"/>
      <dgm:spPr/>
    </dgm:pt>
    <dgm:pt modelId="{9ECBE05D-6308-4D29-B4DC-0F12170CA08D}" type="pres">
      <dgm:prSet presAssocID="{1E956FCB-CC57-49BE-A33F-A39FE02CB6F7}" presName="hierChild5" presStyleCnt="0"/>
      <dgm:spPr/>
    </dgm:pt>
    <dgm:pt modelId="{8D8E6A11-3771-4FAE-AA8E-7EE1D56893C9}" type="pres">
      <dgm:prSet presAssocID="{3318B704-3AA0-421D-BAD3-7753337E7F55}" presName="Name37" presStyleLbl="parChTrans1D2" presStyleIdx="3" presStyleCnt="4"/>
      <dgm:spPr/>
    </dgm:pt>
    <dgm:pt modelId="{ACDE34D0-B3E1-4EE1-857F-EEC65DC037B8}" type="pres">
      <dgm:prSet presAssocID="{8C53E52D-999E-48D8-8495-8DDE2B87ECEE}" presName="hierRoot2" presStyleCnt="0">
        <dgm:presLayoutVars>
          <dgm:hierBranch val="init"/>
        </dgm:presLayoutVars>
      </dgm:prSet>
      <dgm:spPr/>
    </dgm:pt>
    <dgm:pt modelId="{8103342A-8AE7-4030-8AEA-DE4775586D38}" type="pres">
      <dgm:prSet presAssocID="{8C53E52D-999E-48D8-8495-8DDE2B87ECEE}" presName="rootComposite" presStyleCnt="0"/>
      <dgm:spPr/>
    </dgm:pt>
    <dgm:pt modelId="{0D95A87B-DAC7-458E-AC38-69189C69C81A}" type="pres">
      <dgm:prSet presAssocID="{8C53E52D-999E-48D8-8495-8DDE2B87ECEE}" presName="rootText" presStyleLbl="node2" presStyleIdx="3" presStyleCnt="4" custScaleY="184702">
        <dgm:presLayoutVars>
          <dgm:chPref val="3"/>
        </dgm:presLayoutVars>
      </dgm:prSet>
      <dgm:spPr/>
    </dgm:pt>
    <dgm:pt modelId="{FBDAE7C4-BBCD-49F3-966F-74F451292D96}" type="pres">
      <dgm:prSet presAssocID="{8C53E52D-999E-48D8-8495-8DDE2B87ECEE}" presName="rootConnector" presStyleLbl="node2" presStyleIdx="3" presStyleCnt="4"/>
      <dgm:spPr/>
    </dgm:pt>
    <dgm:pt modelId="{B5A0B34D-DFDD-4559-B89A-7FF39E0542E1}" type="pres">
      <dgm:prSet presAssocID="{8C53E52D-999E-48D8-8495-8DDE2B87ECEE}" presName="hierChild4" presStyleCnt="0"/>
      <dgm:spPr/>
    </dgm:pt>
    <dgm:pt modelId="{049A4755-7B33-4C9B-B538-9C7C3A9781F0}" type="pres">
      <dgm:prSet presAssocID="{8C53E52D-999E-48D8-8495-8DDE2B87ECEE}" presName="hierChild5" presStyleCnt="0"/>
      <dgm:spPr/>
    </dgm:pt>
    <dgm:pt modelId="{E08EA480-DE7B-4718-B79B-4A1D2D8259FF}" type="pres">
      <dgm:prSet presAssocID="{67415072-C50E-4061-BD43-E3A2C7196491}" presName="hierChild3" presStyleCnt="0"/>
      <dgm:spPr/>
    </dgm:pt>
  </dgm:ptLst>
  <dgm:cxnLst>
    <dgm:cxn modelId="{A1BF2F0E-2D0E-4001-BC07-E325AEFC4729}" type="presOf" srcId="{74CDB080-DAC8-40C1-B772-4D334292CC26}" destId="{CA0FBBB3-C5BF-442A-BC4A-E90F1259051A}" srcOrd="0" destOrd="0" presId="urn:microsoft.com/office/officeart/2005/8/layout/orgChart1"/>
    <dgm:cxn modelId="{7A7CD212-8DD5-40C7-BD0E-53D3A84C3F5F}" type="presOf" srcId="{67415072-C50E-4061-BD43-E3A2C7196491}" destId="{7E34002B-81D8-4EF8-97E7-AA15109226DE}" srcOrd="1" destOrd="0" presId="urn:microsoft.com/office/officeart/2005/8/layout/orgChart1"/>
    <dgm:cxn modelId="{41C34F17-4818-4574-BE7F-1978504DE93C}" type="presOf" srcId="{6B0615ED-A5F4-409E-BBB2-75BC19C58881}" destId="{FF3344BB-5114-4F0D-9BF1-1754B8172255}" srcOrd="0" destOrd="0" presId="urn:microsoft.com/office/officeart/2005/8/layout/orgChart1"/>
    <dgm:cxn modelId="{C187212B-E77F-45FD-9F7E-CFF684EE2BC0}" type="presOf" srcId="{3318B704-3AA0-421D-BAD3-7753337E7F55}" destId="{8D8E6A11-3771-4FAE-AA8E-7EE1D56893C9}" srcOrd="0" destOrd="0" presId="urn:microsoft.com/office/officeart/2005/8/layout/orgChart1"/>
    <dgm:cxn modelId="{E5C55C37-D80B-4F8F-80CF-BAA9CD5D81C3}" type="presOf" srcId="{0AB89CFB-9A03-4FA0-A88D-D11B4EB53A71}" destId="{89F7E32E-F0A0-4157-9466-28638A3AD618}" srcOrd="0" destOrd="0" presId="urn:microsoft.com/office/officeart/2005/8/layout/orgChart1"/>
    <dgm:cxn modelId="{784E3740-708A-4398-B8D2-CBACD1FB9AD3}" type="presOf" srcId="{74CDB080-DAC8-40C1-B772-4D334292CC26}" destId="{8BE8A5C6-D46C-4AFB-B947-B98F7236A193}" srcOrd="1" destOrd="0" presId="urn:microsoft.com/office/officeart/2005/8/layout/orgChart1"/>
    <dgm:cxn modelId="{ADC3B148-AF92-4914-A3E7-A35C340B01EA}" srcId="{67415072-C50E-4061-BD43-E3A2C7196491}" destId="{8C53E52D-999E-48D8-8495-8DDE2B87ECEE}" srcOrd="3" destOrd="0" parTransId="{3318B704-3AA0-421D-BAD3-7753337E7F55}" sibTransId="{C6ECFA7C-1304-461A-A070-4D95809584A0}"/>
    <dgm:cxn modelId="{7224D279-2521-4E9F-88BB-DF3584F287CE}" srcId="{0AB89CFB-9A03-4FA0-A88D-D11B4EB53A71}" destId="{67415072-C50E-4061-BD43-E3A2C7196491}" srcOrd="0" destOrd="0" parTransId="{D64918E6-F117-4903-9F5B-854698D155BF}" sibTransId="{70E6E90E-7C7E-4D3D-92BD-75AD74983515}"/>
    <dgm:cxn modelId="{C4E1F780-0CB6-4417-888F-B208FBD27FA7}" type="presOf" srcId="{67415072-C50E-4061-BD43-E3A2C7196491}" destId="{1EFB72C5-52AC-4CE4-A81C-88DD5CD3A580}" srcOrd="0" destOrd="0" presId="urn:microsoft.com/office/officeart/2005/8/layout/orgChart1"/>
    <dgm:cxn modelId="{58D44D90-C778-4866-80F0-5AD5D2379A49}" type="presOf" srcId="{8C53E52D-999E-48D8-8495-8DDE2B87ECEE}" destId="{FBDAE7C4-BBCD-49F3-966F-74F451292D96}" srcOrd="1" destOrd="0" presId="urn:microsoft.com/office/officeart/2005/8/layout/orgChart1"/>
    <dgm:cxn modelId="{F0159BBA-D3CC-44CD-ABF7-EAD387E52236}" srcId="{67415072-C50E-4061-BD43-E3A2C7196491}" destId="{74CDB080-DAC8-40C1-B772-4D334292CC26}" srcOrd="0" destOrd="0" parTransId="{CDB8726F-D040-4C43-89B9-D13C2F9F97EF}" sibTransId="{9BEF7D0B-2D0A-4307-BA27-DD4B3BE6052A}"/>
    <dgm:cxn modelId="{28010BC4-4461-4C20-A430-BF011D825FDC}" type="presOf" srcId="{16D8A83A-B848-4192-A2B9-018E70C1ED7E}" destId="{E8DAE183-E8EF-4B67-8813-98AFC49AF89A}" srcOrd="1" destOrd="0" presId="urn:microsoft.com/office/officeart/2005/8/layout/orgChart1"/>
    <dgm:cxn modelId="{7E064AC7-8560-44EE-BE08-AA2E1BBDE3E5}" type="presOf" srcId="{CDB8726F-D040-4C43-89B9-D13C2F9F97EF}" destId="{9187C602-B5B7-4FD2-A240-8EB04DC460F0}" srcOrd="0" destOrd="0" presId="urn:microsoft.com/office/officeart/2005/8/layout/orgChart1"/>
    <dgm:cxn modelId="{81E359CA-A611-450C-A222-A5DB72ECF6B8}" srcId="{67415072-C50E-4061-BD43-E3A2C7196491}" destId="{16D8A83A-B848-4192-A2B9-018E70C1ED7E}" srcOrd="1" destOrd="0" parTransId="{6B0615ED-A5F4-409E-BBB2-75BC19C58881}" sibTransId="{240B15CD-DAA0-4937-8FA0-44B59A68E9B6}"/>
    <dgm:cxn modelId="{F69FA8D2-E705-4B91-8A70-5D54780FDE36}" type="presOf" srcId="{FEAE2752-522F-417F-BDA7-AAE93019CE46}" destId="{14B1491B-DAD2-488D-8E53-6D217FB67A10}" srcOrd="0" destOrd="0" presId="urn:microsoft.com/office/officeart/2005/8/layout/orgChart1"/>
    <dgm:cxn modelId="{A10BE6D6-5489-4234-9925-514B3964ED12}" srcId="{67415072-C50E-4061-BD43-E3A2C7196491}" destId="{1E956FCB-CC57-49BE-A33F-A39FE02CB6F7}" srcOrd="2" destOrd="0" parTransId="{FEAE2752-522F-417F-BDA7-AAE93019CE46}" sibTransId="{37D2250C-5CFE-41AB-B7E0-951CFF9DF477}"/>
    <dgm:cxn modelId="{35DB12E3-A7D5-45A0-8550-08FAC3F04501}" type="presOf" srcId="{8C53E52D-999E-48D8-8495-8DDE2B87ECEE}" destId="{0D95A87B-DAC7-458E-AC38-69189C69C81A}" srcOrd="0" destOrd="0" presId="urn:microsoft.com/office/officeart/2005/8/layout/orgChart1"/>
    <dgm:cxn modelId="{8720FDEE-B29D-4639-9ECB-7D5A5F4EAD5D}" type="presOf" srcId="{1E956FCB-CC57-49BE-A33F-A39FE02CB6F7}" destId="{C4893E22-BFDF-4460-961A-8B42570FB0A6}" srcOrd="1" destOrd="0" presId="urn:microsoft.com/office/officeart/2005/8/layout/orgChart1"/>
    <dgm:cxn modelId="{58D7E5F6-0FB1-4824-BC25-B4BC34CE2E86}" type="presOf" srcId="{1E956FCB-CC57-49BE-A33F-A39FE02CB6F7}" destId="{910E1F31-96A5-4AE6-96EF-239FABEED9BA}" srcOrd="0" destOrd="0" presId="urn:microsoft.com/office/officeart/2005/8/layout/orgChart1"/>
    <dgm:cxn modelId="{7D755FFC-BA23-45DD-8756-C6B4A2FCDE42}" type="presOf" srcId="{16D8A83A-B848-4192-A2B9-018E70C1ED7E}" destId="{BF2FDE83-0828-4FAF-9A72-2886525ACB3B}" srcOrd="0" destOrd="0" presId="urn:microsoft.com/office/officeart/2005/8/layout/orgChart1"/>
    <dgm:cxn modelId="{1C0C28DC-ECF9-4A02-9C61-D192A5F8A404}" type="presParOf" srcId="{89F7E32E-F0A0-4157-9466-28638A3AD618}" destId="{3E8E8154-8E80-4C1A-BD72-4EDF8A83FE4D}" srcOrd="0" destOrd="0" presId="urn:microsoft.com/office/officeart/2005/8/layout/orgChart1"/>
    <dgm:cxn modelId="{A02E1776-EC14-486F-A7D2-7770DB120FB1}" type="presParOf" srcId="{3E8E8154-8E80-4C1A-BD72-4EDF8A83FE4D}" destId="{36F7BC30-2635-4E36-BC42-D05CEE81F933}" srcOrd="0" destOrd="0" presId="urn:microsoft.com/office/officeart/2005/8/layout/orgChart1"/>
    <dgm:cxn modelId="{2B6EAFDB-F1A3-4B1A-A357-7191930FDAFB}" type="presParOf" srcId="{36F7BC30-2635-4E36-BC42-D05CEE81F933}" destId="{1EFB72C5-52AC-4CE4-A81C-88DD5CD3A580}" srcOrd="0" destOrd="0" presId="urn:microsoft.com/office/officeart/2005/8/layout/orgChart1"/>
    <dgm:cxn modelId="{CF6AE459-B59E-496D-A89C-F772E54868A8}" type="presParOf" srcId="{36F7BC30-2635-4E36-BC42-D05CEE81F933}" destId="{7E34002B-81D8-4EF8-97E7-AA15109226DE}" srcOrd="1" destOrd="0" presId="urn:microsoft.com/office/officeart/2005/8/layout/orgChart1"/>
    <dgm:cxn modelId="{59DE8B6C-6051-437D-8756-3BCE6C46C19D}" type="presParOf" srcId="{3E8E8154-8E80-4C1A-BD72-4EDF8A83FE4D}" destId="{7231CB9C-C8DF-4D7B-965A-3AD3AE46F0CC}" srcOrd="1" destOrd="0" presId="urn:microsoft.com/office/officeart/2005/8/layout/orgChart1"/>
    <dgm:cxn modelId="{BDF81E88-C492-40D6-AE33-2715FDE7A433}" type="presParOf" srcId="{7231CB9C-C8DF-4D7B-965A-3AD3AE46F0CC}" destId="{9187C602-B5B7-4FD2-A240-8EB04DC460F0}" srcOrd="0" destOrd="0" presId="urn:microsoft.com/office/officeart/2005/8/layout/orgChart1"/>
    <dgm:cxn modelId="{8A145E39-7AB2-4DA6-98A9-1F8F4583FB3B}" type="presParOf" srcId="{7231CB9C-C8DF-4D7B-965A-3AD3AE46F0CC}" destId="{2CB03F0B-6CDA-4CDC-BB97-CC99CAD0A12A}" srcOrd="1" destOrd="0" presId="urn:microsoft.com/office/officeart/2005/8/layout/orgChart1"/>
    <dgm:cxn modelId="{5F035760-A6BF-4F7C-A44D-E98407230A5E}" type="presParOf" srcId="{2CB03F0B-6CDA-4CDC-BB97-CC99CAD0A12A}" destId="{BC6F46A5-FB5A-41A0-88B1-047441B1DCC8}" srcOrd="0" destOrd="0" presId="urn:microsoft.com/office/officeart/2005/8/layout/orgChart1"/>
    <dgm:cxn modelId="{7A8F0FCC-385D-42E2-B52D-E5E140073742}" type="presParOf" srcId="{BC6F46A5-FB5A-41A0-88B1-047441B1DCC8}" destId="{CA0FBBB3-C5BF-442A-BC4A-E90F1259051A}" srcOrd="0" destOrd="0" presId="urn:microsoft.com/office/officeart/2005/8/layout/orgChart1"/>
    <dgm:cxn modelId="{9F4C4BCD-C1E9-45C4-9A9E-A8725D2E8B5A}" type="presParOf" srcId="{BC6F46A5-FB5A-41A0-88B1-047441B1DCC8}" destId="{8BE8A5C6-D46C-4AFB-B947-B98F7236A193}" srcOrd="1" destOrd="0" presId="urn:microsoft.com/office/officeart/2005/8/layout/orgChart1"/>
    <dgm:cxn modelId="{A3A73577-61A4-47AC-8EE5-26AC3A11BF4E}" type="presParOf" srcId="{2CB03F0B-6CDA-4CDC-BB97-CC99CAD0A12A}" destId="{DDE2042A-CB2D-464D-BA17-B18C1338E147}" srcOrd="1" destOrd="0" presId="urn:microsoft.com/office/officeart/2005/8/layout/orgChart1"/>
    <dgm:cxn modelId="{B69D9042-F82B-402B-9721-6546C5CA3C67}" type="presParOf" srcId="{2CB03F0B-6CDA-4CDC-BB97-CC99CAD0A12A}" destId="{BFD15DF7-1934-469D-ABFB-07433F43A34D}" srcOrd="2" destOrd="0" presId="urn:microsoft.com/office/officeart/2005/8/layout/orgChart1"/>
    <dgm:cxn modelId="{CA823C11-7437-44FE-A017-5C3B68ABB23A}" type="presParOf" srcId="{7231CB9C-C8DF-4D7B-965A-3AD3AE46F0CC}" destId="{FF3344BB-5114-4F0D-9BF1-1754B8172255}" srcOrd="2" destOrd="0" presId="urn:microsoft.com/office/officeart/2005/8/layout/orgChart1"/>
    <dgm:cxn modelId="{A9EAFFBE-1F3A-44B8-B3C0-4034BBC69FAC}" type="presParOf" srcId="{7231CB9C-C8DF-4D7B-965A-3AD3AE46F0CC}" destId="{01B98EAB-C884-4CF3-897F-B7938B9BEAE6}" srcOrd="3" destOrd="0" presId="urn:microsoft.com/office/officeart/2005/8/layout/orgChart1"/>
    <dgm:cxn modelId="{4999C831-339A-4A6A-A389-06A3CCA3A63F}" type="presParOf" srcId="{01B98EAB-C884-4CF3-897F-B7938B9BEAE6}" destId="{68A112C0-0680-466B-AECC-5A3D1BBC0AF1}" srcOrd="0" destOrd="0" presId="urn:microsoft.com/office/officeart/2005/8/layout/orgChart1"/>
    <dgm:cxn modelId="{FB2FA091-3174-41E8-88D0-EB73AD43111C}" type="presParOf" srcId="{68A112C0-0680-466B-AECC-5A3D1BBC0AF1}" destId="{BF2FDE83-0828-4FAF-9A72-2886525ACB3B}" srcOrd="0" destOrd="0" presId="urn:microsoft.com/office/officeart/2005/8/layout/orgChart1"/>
    <dgm:cxn modelId="{E1396163-EE4D-4372-9EC9-D1DC184E653B}" type="presParOf" srcId="{68A112C0-0680-466B-AECC-5A3D1BBC0AF1}" destId="{E8DAE183-E8EF-4B67-8813-98AFC49AF89A}" srcOrd="1" destOrd="0" presId="urn:microsoft.com/office/officeart/2005/8/layout/orgChart1"/>
    <dgm:cxn modelId="{FBBEC384-3708-405A-876A-DDDE6628449A}" type="presParOf" srcId="{01B98EAB-C884-4CF3-897F-B7938B9BEAE6}" destId="{FDAC1CDE-9CFF-472D-8984-014F717401F2}" srcOrd="1" destOrd="0" presId="urn:microsoft.com/office/officeart/2005/8/layout/orgChart1"/>
    <dgm:cxn modelId="{DA5ABCAE-2397-4276-98EC-37780B22FF8E}" type="presParOf" srcId="{01B98EAB-C884-4CF3-897F-B7938B9BEAE6}" destId="{79BE321E-5CF1-4FCD-BF98-8E5B7E7B5F0B}" srcOrd="2" destOrd="0" presId="urn:microsoft.com/office/officeart/2005/8/layout/orgChart1"/>
    <dgm:cxn modelId="{8F49E86C-FB2F-48DC-9C05-7DB5F480E656}" type="presParOf" srcId="{7231CB9C-C8DF-4D7B-965A-3AD3AE46F0CC}" destId="{14B1491B-DAD2-488D-8E53-6D217FB67A10}" srcOrd="4" destOrd="0" presId="urn:microsoft.com/office/officeart/2005/8/layout/orgChart1"/>
    <dgm:cxn modelId="{68814E8F-DCFC-4CEE-AFC8-D399A6571593}" type="presParOf" srcId="{7231CB9C-C8DF-4D7B-965A-3AD3AE46F0CC}" destId="{D9206B59-40D5-48C2-AFEE-F3EFF71EF9A9}" srcOrd="5" destOrd="0" presId="urn:microsoft.com/office/officeart/2005/8/layout/orgChart1"/>
    <dgm:cxn modelId="{74EA9241-6370-496F-BF6B-19C460412FE9}" type="presParOf" srcId="{D9206B59-40D5-48C2-AFEE-F3EFF71EF9A9}" destId="{1D87ECBF-D5FD-430A-B23A-CEE677D20465}" srcOrd="0" destOrd="0" presId="urn:microsoft.com/office/officeart/2005/8/layout/orgChart1"/>
    <dgm:cxn modelId="{6A68F7AF-EA6F-4897-88DC-CBE9B7FCBC0E}" type="presParOf" srcId="{1D87ECBF-D5FD-430A-B23A-CEE677D20465}" destId="{910E1F31-96A5-4AE6-96EF-239FABEED9BA}" srcOrd="0" destOrd="0" presId="urn:microsoft.com/office/officeart/2005/8/layout/orgChart1"/>
    <dgm:cxn modelId="{EE641B91-A73C-431E-967D-839DA9D5EA3C}" type="presParOf" srcId="{1D87ECBF-D5FD-430A-B23A-CEE677D20465}" destId="{C4893E22-BFDF-4460-961A-8B42570FB0A6}" srcOrd="1" destOrd="0" presId="urn:microsoft.com/office/officeart/2005/8/layout/orgChart1"/>
    <dgm:cxn modelId="{FA779226-D99B-49B3-91CB-1066ED244104}" type="presParOf" srcId="{D9206B59-40D5-48C2-AFEE-F3EFF71EF9A9}" destId="{DE121F3E-16F4-493A-A229-781439BDEB4F}" srcOrd="1" destOrd="0" presId="urn:microsoft.com/office/officeart/2005/8/layout/orgChart1"/>
    <dgm:cxn modelId="{A0A86D73-B0F7-4124-907F-5C0FADB82838}" type="presParOf" srcId="{D9206B59-40D5-48C2-AFEE-F3EFF71EF9A9}" destId="{9ECBE05D-6308-4D29-B4DC-0F12170CA08D}" srcOrd="2" destOrd="0" presId="urn:microsoft.com/office/officeart/2005/8/layout/orgChart1"/>
    <dgm:cxn modelId="{22AC4DA6-81B4-4CB7-9B41-B9C667AF7F24}" type="presParOf" srcId="{7231CB9C-C8DF-4D7B-965A-3AD3AE46F0CC}" destId="{8D8E6A11-3771-4FAE-AA8E-7EE1D56893C9}" srcOrd="6" destOrd="0" presId="urn:microsoft.com/office/officeart/2005/8/layout/orgChart1"/>
    <dgm:cxn modelId="{67B69FC7-9232-46DE-BE83-1E62D5531B78}" type="presParOf" srcId="{7231CB9C-C8DF-4D7B-965A-3AD3AE46F0CC}" destId="{ACDE34D0-B3E1-4EE1-857F-EEC65DC037B8}" srcOrd="7" destOrd="0" presId="urn:microsoft.com/office/officeart/2005/8/layout/orgChart1"/>
    <dgm:cxn modelId="{25E043CF-14C3-4A58-82D7-8E54ABCFE605}" type="presParOf" srcId="{ACDE34D0-B3E1-4EE1-857F-EEC65DC037B8}" destId="{8103342A-8AE7-4030-8AEA-DE4775586D38}" srcOrd="0" destOrd="0" presId="urn:microsoft.com/office/officeart/2005/8/layout/orgChart1"/>
    <dgm:cxn modelId="{33C59760-27A6-4599-8BBF-E512890B9FB9}" type="presParOf" srcId="{8103342A-8AE7-4030-8AEA-DE4775586D38}" destId="{0D95A87B-DAC7-458E-AC38-69189C69C81A}" srcOrd="0" destOrd="0" presId="urn:microsoft.com/office/officeart/2005/8/layout/orgChart1"/>
    <dgm:cxn modelId="{DAE08EBF-56C5-4161-BF8B-3FD85F392044}" type="presParOf" srcId="{8103342A-8AE7-4030-8AEA-DE4775586D38}" destId="{FBDAE7C4-BBCD-49F3-966F-74F451292D96}" srcOrd="1" destOrd="0" presId="urn:microsoft.com/office/officeart/2005/8/layout/orgChart1"/>
    <dgm:cxn modelId="{91952E6C-071B-43BC-9C2B-A29D624279B0}" type="presParOf" srcId="{ACDE34D0-B3E1-4EE1-857F-EEC65DC037B8}" destId="{B5A0B34D-DFDD-4559-B89A-7FF39E0542E1}" srcOrd="1" destOrd="0" presId="urn:microsoft.com/office/officeart/2005/8/layout/orgChart1"/>
    <dgm:cxn modelId="{299551F0-EA53-4F60-9CA0-7AF859C7D163}" type="presParOf" srcId="{ACDE34D0-B3E1-4EE1-857F-EEC65DC037B8}" destId="{049A4755-7B33-4C9B-B538-9C7C3A9781F0}" srcOrd="2" destOrd="0" presId="urn:microsoft.com/office/officeart/2005/8/layout/orgChart1"/>
    <dgm:cxn modelId="{DFD4CEB0-5995-4959-A63D-834CC2B9DCC4}" type="presParOf" srcId="{3E8E8154-8E80-4C1A-BD72-4EDF8A83FE4D}" destId="{E08EA480-DE7B-4718-B79B-4A1D2D8259F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AB89CFB-9A03-4FA0-A88D-D11B4EB53A7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7415072-C50E-4061-BD43-E3A2C7196491}">
      <dgm:prSet phldrT="[Text]" phldr="0"/>
      <dgm:spPr/>
      <dgm:t>
        <a:bodyPr/>
        <a:lstStyle/>
        <a:p>
          <a:pPr algn="l"/>
          <a:r>
            <a:rPr lang="en-US" dirty="0"/>
            <a:t> </a:t>
          </a:r>
        </a:p>
        <a:p>
          <a:r>
            <a:rPr lang="en-US" dirty="0"/>
            <a:t>“</a:t>
          </a:r>
          <a:r>
            <a:rPr lang="en-US" dirty="0">
              <a:hlinkClick xmlns:r="http://schemas.openxmlformats.org/officeDocument/2006/relationships" r:id="rId1"/>
            </a:rPr>
            <a:t>My understanding of the gospel is the good news of Jesus Christ to </a:t>
          </a:r>
          <a:r>
            <a:rPr lang="en-US" b="1" dirty="0">
              <a:hlinkClick xmlns:r="http://schemas.openxmlformats.org/officeDocument/2006/relationships" r:id="rId1"/>
            </a:rPr>
            <a:t>nonbelievers who are in darkness</a:t>
          </a:r>
          <a:r>
            <a:rPr lang="en-US" dirty="0">
              <a:hlinkClick xmlns:r="http://schemas.openxmlformats.org/officeDocument/2006/relationships" r:id="rId1"/>
            </a:rPr>
            <a:t>. I begin with my personal experience of the salvation of Christ, which will help me explain the gospel in a more tangible way</a:t>
          </a:r>
          <a:r>
            <a:rPr lang="en-US" dirty="0"/>
            <a:t>”</a:t>
          </a:r>
        </a:p>
        <a:p>
          <a:r>
            <a:rPr lang="en-US" i="1" dirty="0"/>
            <a:t>Implicit: Ma was not explicit in addressing Bird’s question: “Provide a Twitter length opening definition and summary of the gospel.” ,but a few statements provides the concept: </a:t>
          </a:r>
          <a:br>
            <a:rPr lang="en-US" i="1" dirty="0"/>
          </a:br>
          <a:r>
            <a:rPr lang="en-US" i="1" dirty="0"/>
            <a:t>1) “Pentecostals believe that all people have sinned, sin being defined as breaking God’s law and also as offending or displeasing God.” </a:t>
          </a:r>
          <a:br>
            <a:rPr lang="en-US" i="1" dirty="0"/>
          </a:br>
          <a:r>
            <a:rPr lang="en-US" i="1" dirty="0"/>
            <a:t>2) “Pentecostals believe that the Son of God came in the flesh and eventually gave his life as an atoning sacrifice for the sins of the world.” </a:t>
          </a:r>
          <a:br>
            <a:rPr lang="en-US" i="1" dirty="0"/>
          </a:br>
          <a:r>
            <a:rPr lang="en-US" i="1" dirty="0"/>
            <a:t>3) “God required a penalty to be paid for sin, and Jesus Christ, God’s pure and sinless Son, acted as a sacrifice to pay that penalty, thus restoring humanity to a right relationship with God through his blood”</a:t>
          </a:r>
          <a:br>
            <a:rPr lang="en-US" i="1" dirty="0"/>
          </a:br>
          <a:r>
            <a:rPr lang="en-US" i="1" dirty="0"/>
            <a:t>4)“Pentecostals tend to expand the account of salvation beyond the cross so that the ‘soteriological narrative’ prongs to the ‘resurrection and ascension of Christ’ that made it possible to pour out the Holy Spirit on all flesh”</a:t>
          </a:r>
          <a:br>
            <a:rPr lang="en-US" i="1" dirty="0"/>
          </a:br>
          <a:r>
            <a:rPr lang="en-US" i="1" dirty="0"/>
            <a:t>5) The combination of Pentecostals’ spiritual empowerment and heart for the suffering make their gospel the “full gospel.”</a:t>
          </a:r>
        </a:p>
      </dgm:t>
    </dgm:pt>
    <dgm:pt modelId="{D64918E6-F117-4903-9F5B-854698D155BF}" type="parTrans" cxnId="{7224D279-2521-4E9F-88BB-DF3584F287CE}">
      <dgm:prSet/>
      <dgm:spPr/>
      <dgm:t>
        <a:bodyPr/>
        <a:lstStyle/>
        <a:p>
          <a:pPr algn="l"/>
          <a:endParaRPr lang="en-US"/>
        </a:p>
      </dgm:t>
    </dgm:pt>
    <dgm:pt modelId="{70E6E90E-7C7E-4D3D-92BD-75AD74983515}" type="sibTrans" cxnId="{7224D279-2521-4E9F-88BB-DF3584F287CE}">
      <dgm:prSet/>
      <dgm:spPr/>
      <dgm:t>
        <a:bodyPr/>
        <a:lstStyle/>
        <a:p>
          <a:pPr algn="l"/>
          <a:endParaRPr lang="en-US"/>
        </a:p>
      </dgm:t>
    </dgm:pt>
    <dgm:pt modelId="{74CDB080-DAC8-40C1-B772-4D334292CC26}">
      <dgm:prSet phldrT="[Text]" phldr="0"/>
      <dgm:spPr/>
      <dgm:t>
        <a:bodyPr/>
        <a:lstStyle/>
        <a:p>
          <a:pPr algn="l"/>
          <a:r>
            <a:rPr lang="en-US" i="1" dirty="0"/>
            <a:t>Implicit: Ma presents the gospel by providing a narrative of the work of Jesus, with quotation from writing from various </a:t>
          </a:r>
          <a:r>
            <a:rPr lang="en-US" i="1" dirty="0" err="1"/>
            <a:t>pentacostal</a:t>
          </a:r>
          <a:r>
            <a:rPr lang="en-US" i="1" dirty="0"/>
            <a:t> scholars.</a:t>
          </a:r>
        </a:p>
      </dgm:t>
    </dgm:pt>
    <dgm:pt modelId="{CDB8726F-D040-4C43-89B9-D13C2F9F97EF}" type="parTrans" cxnId="{F0159BBA-D3CC-44CD-ABF7-EAD387E52236}">
      <dgm:prSet/>
      <dgm:spPr/>
      <dgm:t>
        <a:bodyPr/>
        <a:lstStyle/>
        <a:p>
          <a:pPr algn="l"/>
          <a:endParaRPr lang="en-US"/>
        </a:p>
      </dgm:t>
    </dgm:pt>
    <dgm:pt modelId="{9BEF7D0B-2D0A-4307-BA27-DD4B3BE6052A}" type="sibTrans" cxnId="{F0159BBA-D3CC-44CD-ABF7-EAD387E52236}">
      <dgm:prSet/>
      <dgm:spPr/>
      <dgm:t>
        <a:bodyPr/>
        <a:lstStyle/>
        <a:p>
          <a:pPr algn="l"/>
          <a:endParaRPr lang="en-US"/>
        </a:p>
      </dgm:t>
    </dgm:pt>
    <dgm:pt modelId="{16D8A83A-B848-4192-A2B9-018E70C1ED7E}">
      <dgm:prSet phldrT="[Text]" phldr="0"/>
      <dgm:spPr/>
      <dgm:t>
        <a:bodyPr/>
        <a:lstStyle/>
        <a:p>
          <a:pPr algn="l"/>
          <a:r>
            <a:rPr lang="en-US" i="1" dirty="0"/>
            <a:t>Ma extend the narrative by to the work to the Holy Spirit, with support from examples of spiritual empowerment by Pentecostal believers. </a:t>
          </a:r>
        </a:p>
      </dgm:t>
    </dgm:pt>
    <dgm:pt modelId="{6B0615ED-A5F4-409E-BBB2-75BC19C58881}" type="parTrans" cxnId="{81E359CA-A611-450C-A222-A5DB72ECF6B8}">
      <dgm:prSet/>
      <dgm:spPr/>
      <dgm:t>
        <a:bodyPr/>
        <a:lstStyle/>
        <a:p>
          <a:pPr algn="l"/>
          <a:endParaRPr lang="en-US"/>
        </a:p>
      </dgm:t>
    </dgm:pt>
    <dgm:pt modelId="{240B15CD-DAA0-4937-8FA0-44B59A68E9B6}" type="sibTrans" cxnId="{81E359CA-A611-450C-A222-A5DB72ECF6B8}">
      <dgm:prSet/>
      <dgm:spPr/>
      <dgm:t>
        <a:bodyPr/>
        <a:lstStyle/>
        <a:p>
          <a:endParaRPr lang="en-US"/>
        </a:p>
      </dgm:t>
    </dgm:pt>
    <dgm:pt modelId="{1E956FCB-CC57-49BE-A33F-A39FE02CB6F7}">
      <dgm:prSet phldrT="[Text]" phldr="0"/>
      <dgm:spPr/>
      <dgm:t>
        <a:bodyPr/>
        <a:lstStyle/>
        <a:p>
          <a:pPr algn="l"/>
          <a:r>
            <a:rPr lang="en-US" i="1" dirty="0"/>
            <a:t>Implicit: Ma believes that her personal experience would allow more tangible explanation of the gospel.</a:t>
          </a:r>
        </a:p>
      </dgm:t>
    </dgm:pt>
    <dgm:pt modelId="{FEAE2752-522F-417F-BDA7-AAE93019CE46}" type="parTrans" cxnId="{A10BE6D6-5489-4234-9925-514B3964ED12}">
      <dgm:prSet/>
      <dgm:spPr/>
      <dgm:t>
        <a:bodyPr/>
        <a:lstStyle/>
        <a:p>
          <a:pPr algn="l"/>
          <a:endParaRPr lang="en-US"/>
        </a:p>
      </dgm:t>
    </dgm:pt>
    <dgm:pt modelId="{37D2250C-5CFE-41AB-B7E0-951CFF9DF477}" type="sibTrans" cxnId="{A10BE6D6-5489-4234-9925-514B3964ED12}">
      <dgm:prSet/>
      <dgm:spPr/>
      <dgm:t>
        <a:bodyPr/>
        <a:lstStyle/>
        <a:p>
          <a:endParaRPr lang="en-US"/>
        </a:p>
      </dgm:t>
    </dgm:pt>
    <dgm:pt modelId="{89F7E32E-F0A0-4157-9466-28638A3AD618}" type="pres">
      <dgm:prSet presAssocID="{0AB89CFB-9A03-4FA0-A88D-D11B4EB53A71}" presName="hierChild1" presStyleCnt="0">
        <dgm:presLayoutVars>
          <dgm:orgChart val="1"/>
          <dgm:chPref val="1"/>
          <dgm:dir/>
          <dgm:animOne val="branch"/>
          <dgm:animLvl val="lvl"/>
          <dgm:resizeHandles/>
        </dgm:presLayoutVars>
      </dgm:prSet>
      <dgm:spPr/>
    </dgm:pt>
    <dgm:pt modelId="{3E8E8154-8E80-4C1A-BD72-4EDF8A83FE4D}" type="pres">
      <dgm:prSet presAssocID="{67415072-C50E-4061-BD43-E3A2C7196491}" presName="hierRoot1" presStyleCnt="0">
        <dgm:presLayoutVars>
          <dgm:hierBranch val="init"/>
        </dgm:presLayoutVars>
      </dgm:prSet>
      <dgm:spPr/>
    </dgm:pt>
    <dgm:pt modelId="{36F7BC30-2635-4E36-BC42-D05CEE81F933}" type="pres">
      <dgm:prSet presAssocID="{67415072-C50E-4061-BD43-E3A2C7196491}" presName="rootComposite1" presStyleCnt="0"/>
      <dgm:spPr/>
    </dgm:pt>
    <dgm:pt modelId="{1EFB72C5-52AC-4CE4-A81C-88DD5CD3A580}" type="pres">
      <dgm:prSet presAssocID="{67415072-C50E-4061-BD43-E3A2C7196491}" presName="rootText1" presStyleLbl="node0" presStyleIdx="0" presStyleCnt="1" custScaleY="194315">
        <dgm:presLayoutVars>
          <dgm:chPref val="3"/>
        </dgm:presLayoutVars>
      </dgm:prSet>
      <dgm:spPr/>
    </dgm:pt>
    <dgm:pt modelId="{7E34002B-81D8-4EF8-97E7-AA15109226DE}" type="pres">
      <dgm:prSet presAssocID="{67415072-C50E-4061-BD43-E3A2C7196491}" presName="rootConnector1" presStyleLbl="node1" presStyleIdx="0" presStyleCnt="0"/>
      <dgm:spPr/>
    </dgm:pt>
    <dgm:pt modelId="{7231CB9C-C8DF-4D7B-965A-3AD3AE46F0CC}" type="pres">
      <dgm:prSet presAssocID="{67415072-C50E-4061-BD43-E3A2C7196491}" presName="hierChild2" presStyleCnt="0"/>
      <dgm:spPr/>
    </dgm:pt>
    <dgm:pt modelId="{9187C602-B5B7-4FD2-A240-8EB04DC460F0}" type="pres">
      <dgm:prSet presAssocID="{CDB8726F-D040-4C43-89B9-D13C2F9F97EF}" presName="Name37" presStyleLbl="parChTrans1D2" presStyleIdx="0" presStyleCnt="3"/>
      <dgm:spPr/>
    </dgm:pt>
    <dgm:pt modelId="{2CB03F0B-6CDA-4CDC-BB97-CC99CAD0A12A}" type="pres">
      <dgm:prSet presAssocID="{74CDB080-DAC8-40C1-B772-4D334292CC26}" presName="hierRoot2" presStyleCnt="0">
        <dgm:presLayoutVars>
          <dgm:hierBranch val="init"/>
        </dgm:presLayoutVars>
      </dgm:prSet>
      <dgm:spPr/>
    </dgm:pt>
    <dgm:pt modelId="{BC6F46A5-FB5A-41A0-88B1-047441B1DCC8}" type="pres">
      <dgm:prSet presAssocID="{74CDB080-DAC8-40C1-B772-4D334292CC26}" presName="rootComposite" presStyleCnt="0"/>
      <dgm:spPr/>
    </dgm:pt>
    <dgm:pt modelId="{CA0FBBB3-C5BF-442A-BC4A-E90F1259051A}" type="pres">
      <dgm:prSet presAssocID="{74CDB080-DAC8-40C1-B772-4D334292CC26}" presName="rootText" presStyleLbl="node2" presStyleIdx="0" presStyleCnt="3">
        <dgm:presLayoutVars>
          <dgm:chPref val="3"/>
        </dgm:presLayoutVars>
      </dgm:prSet>
      <dgm:spPr/>
    </dgm:pt>
    <dgm:pt modelId="{8BE8A5C6-D46C-4AFB-B947-B98F7236A193}" type="pres">
      <dgm:prSet presAssocID="{74CDB080-DAC8-40C1-B772-4D334292CC26}" presName="rootConnector" presStyleLbl="node2" presStyleIdx="0" presStyleCnt="3"/>
      <dgm:spPr/>
    </dgm:pt>
    <dgm:pt modelId="{DDE2042A-CB2D-464D-BA17-B18C1338E147}" type="pres">
      <dgm:prSet presAssocID="{74CDB080-DAC8-40C1-B772-4D334292CC26}" presName="hierChild4" presStyleCnt="0"/>
      <dgm:spPr/>
    </dgm:pt>
    <dgm:pt modelId="{BFD15DF7-1934-469D-ABFB-07433F43A34D}" type="pres">
      <dgm:prSet presAssocID="{74CDB080-DAC8-40C1-B772-4D334292CC26}" presName="hierChild5" presStyleCnt="0"/>
      <dgm:spPr/>
    </dgm:pt>
    <dgm:pt modelId="{FF3344BB-5114-4F0D-9BF1-1754B8172255}" type="pres">
      <dgm:prSet presAssocID="{6B0615ED-A5F4-409E-BBB2-75BC19C58881}" presName="Name37" presStyleLbl="parChTrans1D2" presStyleIdx="1" presStyleCnt="3"/>
      <dgm:spPr/>
    </dgm:pt>
    <dgm:pt modelId="{01B98EAB-C884-4CF3-897F-B7938B9BEAE6}" type="pres">
      <dgm:prSet presAssocID="{16D8A83A-B848-4192-A2B9-018E70C1ED7E}" presName="hierRoot2" presStyleCnt="0">
        <dgm:presLayoutVars>
          <dgm:hierBranch val="init"/>
        </dgm:presLayoutVars>
      </dgm:prSet>
      <dgm:spPr/>
    </dgm:pt>
    <dgm:pt modelId="{68A112C0-0680-466B-AECC-5A3D1BBC0AF1}" type="pres">
      <dgm:prSet presAssocID="{16D8A83A-B848-4192-A2B9-018E70C1ED7E}" presName="rootComposite" presStyleCnt="0"/>
      <dgm:spPr/>
    </dgm:pt>
    <dgm:pt modelId="{BF2FDE83-0828-4FAF-9A72-2886525ACB3B}" type="pres">
      <dgm:prSet presAssocID="{16D8A83A-B848-4192-A2B9-018E70C1ED7E}" presName="rootText" presStyleLbl="node2" presStyleIdx="1" presStyleCnt="3">
        <dgm:presLayoutVars>
          <dgm:chPref val="3"/>
        </dgm:presLayoutVars>
      </dgm:prSet>
      <dgm:spPr/>
    </dgm:pt>
    <dgm:pt modelId="{E8DAE183-E8EF-4B67-8813-98AFC49AF89A}" type="pres">
      <dgm:prSet presAssocID="{16D8A83A-B848-4192-A2B9-018E70C1ED7E}" presName="rootConnector" presStyleLbl="node2" presStyleIdx="1" presStyleCnt="3"/>
      <dgm:spPr/>
    </dgm:pt>
    <dgm:pt modelId="{FDAC1CDE-9CFF-472D-8984-014F717401F2}" type="pres">
      <dgm:prSet presAssocID="{16D8A83A-B848-4192-A2B9-018E70C1ED7E}" presName="hierChild4" presStyleCnt="0"/>
      <dgm:spPr/>
    </dgm:pt>
    <dgm:pt modelId="{79BE321E-5CF1-4FCD-BF98-8E5B7E7B5F0B}" type="pres">
      <dgm:prSet presAssocID="{16D8A83A-B848-4192-A2B9-018E70C1ED7E}" presName="hierChild5" presStyleCnt="0"/>
      <dgm:spPr/>
    </dgm:pt>
    <dgm:pt modelId="{14B1491B-DAD2-488D-8E53-6D217FB67A10}" type="pres">
      <dgm:prSet presAssocID="{FEAE2752-522F-417F-BDA7-AAE93019CE46}" presName="Name37" presStyleLbl="parChTrans1D2" presStyleIdx="2" presStyleCnt="3"/>
      <dgm:spPr/>
    </dgm:pt>
    <dgm:pt modelId="{D9206B59-40D5-48C2-AFEE-F3EFF71EF9A9}" type="pres">
      <dgm:prSet presAssocID="{1E956FCB-CC57-49BE-A33F-A39FE02CB6F7}" presName="hierRoot2" presStyleCnt="0">
        <dgm:presLayoutVars>
          <dgm:hierBranch val="init"/>
        </dgm:presLayoutVars>
      </dgm:prSet>
      <dgm:spPr/>
    </dgm:pt>
    <dgm:pt modelId="{1D87ECBF-D5FD-430A-B23A-CEE677D20465}" type="pres">
      <dgm:prSet presAssocID="{1E956FCB-CC57-49BE-A33F-A39FE02CB6F7}" presName="rootComposite" presStyleCnt="0"/>
      <dgm:spPr/>
    </dgm:pt>
    <dgm:pt modelId="{910E1F31-96A5-4AE6-96EF-239FABEED9BA}" type="pres">
      <dgm:prSet presAssocID="{1E956FCB-CC57-49BE-A33F-A39FE02CB6F7}" presName="rootText" presStyleLbl="node2" presStyleIdx="2" presStyleCnt="3">
        <dgm:presLayoutVars>
          <dgm:chPref val="3"/>
        </dgm:presLayoutVars>
      </dgm:prSet>
      <dgm:spPr/>
    </dgm:pt>
    <dgm:pt modelId="{C4893E22-BFDF-4460-961A-8B42570FB0A6}" type="pres">
      <dgm:prSet presAssocID="{1E956FCB-CC57-49BE-A33F-A39FE02CB6F7}" presName="rootConnector" presStyleLbl="node2" presStyleIdx="2" presStyleCnt="3"/>
      <dgm:spPr/>
    </dgm:pt>
    <dgm:pt modelId="{DE121F3E-16F4-493A-A229-781439BDEB4F}" type="pres">
      <dgm:prSet presAssocID="{1E956FCB-CC57-49BE-A33F-A39FE02CB6F7}" presName="hierChild4" presStyleCnt="0"/>
      <dgm:spPr/>
    </dgm:pt>
    <dgm:pt modelId="{9ECBE05D-6308-4D29-B4DC-0F12170CA08D}" type="pres">
      <dgm:prSet presAssocID="{1E956FCB-CC57-49BE-A33F-A39FE02CB6F7}" presName="hierChild5" presStyleCnt="0"/>
      <dgm:spPr/>
    </dgm:pt>
    <dgm:pt modelId="{E08EA480-DE7B-4718-B79B-4A1D2D8259FF}" type="pres">
      <dgm:prSet presAssocID="{67415072-C50E-4061-BD43-E3A2C7196491}" presName="hierChild3" presStyleCnt="0"/>
      <dgm:spPr/>
    </dgm:pt>
  </dgm:ptLst>
  <dgm:cxnLst>
    <dgm:cxn modelId="{A1BF2F0E-2D0E-4001-BC07-E325AEFC4729}" type="presOf" srcId="{74CDB080-DAC8-40C1-B772-4D334292CC26}" destId="{CA0FBBB3-C5BF-442A-BC4A-E90F1259051A}" srcOrd="0" destOrd="0" presId="urn:microsoft.com/office/officeart/2005/8/layout/orgChart1"/>
    <dgm:cxn modelId="{7A7CD212-8DD5-40C7-BD0E-53D3A84C3F5F}" type="presOf" srcId="{67415072-C50E-4061-BD43-E3A2C7196491}" destId="{7E34002B-81D8-4EF8-97E7-AA15109226DE}" srcOrd="1" destOrd="0" presId="urn:microsoft.com/office/officeart/2005/8/layout/orgChart1"/>
    <dgm:cxn modelId="{41C34F17-4818-4574-BE7F-1978504DE93C}" type="presOf" srcId="{6B0615ED-A5F4-409E-BBB2-75BC19C58881}" destId="{FF3344BB-5114-4F0D-9BF1-1754B8172255}" srcOrd="0" destOrd="0" presId="urn:microsoft.com/office/officeart/2005/8/layout/orgChart1"/>
    <dgm:cxn modelId="{E5C55C37-D80B-4F8F-80CF-BAA9CD5D81C3}" type="presOf" srcId="{0AB89CFB-9A03-4FA0-A88D-D11B4EB53A71}" destId="{89F7E32E-F0A0-4157-9466-28638A3AD618}" srcOrd="0" destOrd="0" presId="urn:microsoft.com/office/officeart/2005/8/layout/orgChart1"/>
    <dgm:cxn modelId="{784E3740-708A-4398-B8D2-CBACD1FB9AD3}" type="presOf" srcId="{74CDB080-DAC8-40C1-B772-4D334292CC26}" destId="{8BE8A5C6-D46C-4AFB-B947-B98F7236A193}" srcOrd="1" destOrd="0" presId="urn:microsoft.com/office/officeart/2005/8/layout/orgChart1"/>
    <dgm:cxn modelId="{7224D279-2521-4E9F-88BB-DF3584F287CE}" srcId="{0AB89CFB-9A03-4FA0-A88D-D11B4EB53A71}" destId="{67415072-C50E-4061-BD43-E3A2C7196491}" srcOrd="0" destOrd="0" parTransId="{D64918E6-F117-4903-9F5B-854698D155BF}" sibTransId="{70E6E90E-7C7E-4D3D-92BD-75AD74983515}"/>
    <dgm:cxn modelId="{C4E1F780-0CB6-4417-888F-B208FBD27FA7}" type="presOf" srcId="{67415072-C50E-4061-BD43-E3A2C7196491}" destId="{1EFB72C5-52AC-4CE4-A81C-88DD5CD3A580}" srcOrd="0" destOrd="0" presId="urn:microsoft.com/office/officeart/2005/8/layout/orgChart1"/>
    <dgm:cxn modelId="{F0159BBA-D3CC-44CD-ABF7-EAD387E52236}" srcId="{67415072-C50E-4061-BD43-E3A2C7196491}" destId="{74CDB080-DAC8-40C1-B772-4D334292CC26}" srcOrd="0" destOrd="0" parTransId="{CDB8726F-D040-4C43-89B9-D13C2F9F97EF}" sibTransId="{9BEF7D0B-2D0A-4307-BA27-DD4B3BE6052A}"/>
    <dgm:cxn modelId="{28010BC4-4461-4C20-A430-BF011D825FDC}" type="presOf" srcId="{16D8A83A-B848-4192-A2B9-018E70C1ED7E}" destId="{E8DAE183-E8EF-4B67-8813-98AFC49AF89A}" srcOrd="1" destOrd="0" presId="urn:microsoft.com/office/officeart/2005/8/layout/orgChart1"/>
    <dgm:cxn modelId="{7E064AC7-8560-44EE-BE08-AA2E1BBDE3E5}" type="presOf" srcId="{CDB8726F-D040-4C43-89B9-D13C2F9F97EF}" destId="{9187C602-B5B7-4FD2-A240-8EB04DC460F0}" srcOrd="0" destOrd="0" presId="urn:microsoft.com/office/officeart/2005/8/layout/orgChart1"/>
    <dgm:cxn modelId="{81E359CA-A611-450C-A222-A5DB72ECF6B8}" srcId="{67415072-C50E-4061-BD43-E3A2C7196491}" destId="{16D8A83A-B848-4192-A2B9-018E70C1ED7E}" srcOrd="1" destOrd="0" parTransId="{6B0615ED-A5F4-409E-BBB2-75BC19C58881}" sibTransId="{240B15CD-DAA0-4937-8FA0-44B59A68E9B6}"/>
    <dgm:cxn modelId="{F69FA8D2-E705-4B91-8A70-5D54780FDE36}" type="presOf" srcId="{FEAE2752-522F-417F-BDA7-AAE93019CE46}" destId="{14B1491B-DAD2-488D-8E53-6D217FB67A10}" srcOrd="0" destOrd="0" presId="urn:microsoft.com/office/officeart/2005/8/layout/orgChart1"/>
    <dgm:cxn modelId="{A10BE6D6-5489-4234-9925-514B3964ED12}" srcId="{67415072-C50E-4061-BD43-E3A2C7196491}" destId="{1E956FCB-CC57-49BE-A33F-A39FE02CB6F7}" srcOrd="2" destOrd="0" parTransId="{FEAE2752-522F-417F-BDA7-AAE93019CE46}" sibTransId="{37D2250C-5CFE-41AB-B7E0-951CFF9DF477}"/>
    <dgm:cxn modelId="{8720FDEE-B29D-4639-9ECB-7D5A5F4EAD5D}" type="presOf" srcId="{1E956FCB-CC57-49BE-A33F-A39FE02CB6F7}" destId="{C4893E22-BFDF-4460-961A-8B42570FB0A6}" srcOrd="1" destOrd="0" presId="urn:microsoft.com/office/officeart/2005/8/layout/orgChart1"/>
    <dgm:cxn modelId="{58D7E5F6-0FB1-4824-BC25-B4BC34CE2E86}" type="presOf" srcId="{1E956FCB-CC57-49BE-A33F-A39FE02CB6F7}" destId="{910E1F31-96A5-4AE6-96EF-239FABEED9BA}" srcOrd="0" destOrd="0" presId="urn:microsoft.com/office/officeart/2005/8/layout/orgChart1"/>
    <dgm:cxn modelId="{7D755FFC-BA23-45DD-8756-C6B4A2FCDE42}" type="presOf" srcId="{16D8A83A-B848-4192-A2B9-018E70C1ED7E}" destId="{BF2FDE83-0828-4FAF-9A72-2886525ACB3B}" srcOrd="0" destOrd="0" presId="urn:microsoft.com/office/officeart/2005/8/layout/orgChart1"/>
    <dgm:cxn modelId="{1C0C28DC-ECF9-4A02-9C61-D192A5F8A404}" type="presParOf" srcId="{89F7E32E-F0A0-4157-9466-28638A3AD618}" destId="{3E8E8154-8E80-4C1A-BD72-4EDF8A83FE4D}" srcOrd="0" destOrd="0" presId="urn:microsoft.com/office/officeart/2005/8/layout/orgChart1"/>
    <dgm:cxn modelId="{A02E1776-EC14-486F-A7D2-7770DB120FB1}" type="presParOf" srcId="{3E8E8154-8E80-4C1A-BD72-4EDF8A83FE4D}" destId="{36F7BC30-2635-4E36-BC42-D05CEE81F933}" srcOrd="0" destOrd="0" presId="urn:microsoft.com/office/officeart/2005/8/layout/orgChart1"/>
    <dgm:cxn modelId="{2B6EAFDB-F1A3-4B1A-A357-7191930FDAFB}" type="presParOf" srcId="{36F7BC30-2635-4E36-BC42-D05CEE81F933}" destId="{1EFB72C5-52AC-4CE4-A81C-88DD5CD3A580}" srcOrd="0" destOrd="0" presId="urn:microsoft.com/office/officeart/2005/8/layout/orgChart1"/>
    <dgm:cxn modelId="{CF6AE459-B59E-496D-A89C-F772E54868A8}" type="presParOf" srcId="{36F7BC30-2635-4E36-BC42-D05CEE81F933}" destId="{7E34002B-81D8-4EF8-97E7-AA15109226DE}" srcOrd="1" destOrd="0" presId="urn:microsoft.com/office/officeart/2005/8/layout/orgChart1"/>
    <dgm:cxn modelId="{59DE8B6C-6051-437D-8756-3BCE6C46C19D}" type="presParOf" srcId="{3E8E8154-8E80-4C1A-BD72-4EDF8A83FE4D}" destId="{7231CB9C-C8DF-4D7B-965A-3AD3AE46F0CC}" srcOrd="1" destOrd="0" presId="urn:microsoft.com/office/officeart/2005/8/layout/orgChart1"/>
    <dgm:cxn modelId="{BDF81E88-C492-40D6-AE33-2715FDE7A433}" type="presParOf" srcId="{7231CB9C-C8DF-4D7B-965A-3AD3AE46F0CC}" destId="{9187C602-B5B7-4FD2-A240-8EB04DC460F0}" srcOrd="0" destOrd="0" presId="urn:microsoft.com/office/officeart/2005/8/layout/orgChart1"/>
    <dgm:cxn modelId="{8A145E39-7AB2-4DA6-98A9-1F8F4583FB3B}" type="presParOf" srcId="{7231CB9C-C8DF-4D7B-965A-3AD3AE46F0CC}" destId="{2CB03F0B-6CDA-4CDC-BB97-CC99CAD0A12A}" srcOrd="1" destOrd="0" presId="urn:microsoft.com/office/officeart/2005/8/layout/orgChart1"/>
    <dgm:cxn modelId="{5F035760-A6BF-4F7C-A44D-E98407230A5E}" type="presParOf" srcId="{2CB03F0B-6CDA-4CDC-BB97-CC99CAD0A12A}" destId="{BC6F46A5-FB5A-41A0-88B1-047441B1DCC8}" srcOrd="0" destOrd="0" presId="urn:microsoft.com/office/officeart/2005/8/layout/orgChart1"/>
    <dgm:cxn modelId="{7A8F0FCC-385D-42E2-B52D-E5E140073742}" type="presParOf" srcId="{BC6F46A5-FB5A-41A0-88B1-047441B1DCC8}" destId="{CA0FBBB3-C5BF-442A-BC4A-E90F1259051A}" srcOrd="0" destOrd="0" presId="urn:microsoft.com/office/officeart/2005/8/layout/orgChart1"/>
    <dgm:cxn modelId="{9F4C4BCD-C1E9-45C4-9A9E-A8725D2E8B5A}" type="presParOf" srcId="{BC6F46A5-FB5A-41A0-88B1-047441B1DCC8}" destId="{8BE8A5C6-D46C-4AFB-B947-B98F7236A193}" srcOrd="1" destOrd="0" presId="urn:microsoft.com/office/officeart/2005/8/layout/orgChart1"/>
    <dgm:cxn modelId="{A3A73577-61A4-47AC-8EE5-26AC3A11BF4E}" type="presParOf" srcId="{2CB03F0B-6CDA-4CDC-BB97-CC99CAD0A12A}" destId="{DDE2042A-CB2D-464D-BA17-B18C1338E147}" srcOrd="1" destOrd="0" presId="urn:microsoft.com/office/officeart/2005/8/layout/orgChart1"/>
    <dgm:cxn modelId="{B69D9042-F82B-402B-9721-6546C5CA3C67}" type="presParOf" srcId="{2CB03F0B-6CDA-4CDC-BB97-CC99CAD0A12A}" destId="{BFD15DF7-1934-469D-ABFB-07433F43A34D}" srcOrd="2" destOrd="0" presId="urn:microsoft.com/office/officeart/2005/8/layout/orgChart1"/>
    <dgm:cxn modelId="{CA823C11-7437-44FE-A017-5C3B68ABB23A}" type="presParOf" srcId="{7231CB9C-C8DF-4D7B-965A-3AD3AE46F0CC}" destId="{FF3344BB-5114-4F0D-9BF1-1754B8172255}" srcOrd="2" destOrd="0" presId="urn:microsoft.com/office/officeart/2005/8/layout/orgChart1"/>
    <dgm:cxn modelId="{A9EAFFBE-1F3A-44B8-B3C0-4034BBC69FAC}" type="presParOf" srcId="{7231CB9C-C8DF-4D7B-965A-3AD3AE46F0CC}" destId="{01B98EAB-C884-4CF3-897F-B7938B9BEAE6}" srcOrd="3" destOrd="0" presId="urn:microsoft.com/office/officeart/2005/8/layout/orgChart1"/>
    <dgm:cxn modelId="{4999C831-339A-4A6A-A389-06A3CCA3A63F}" type="presParOf" srcId="{01B98EAB-C884-4CF3-897F-B7938B9BEAE6}" destId="{68A112C0-0680-466B-AECC-5A3D1BBC0AF1}" srcOrd="0" destOrd="0" presId="urn:microsoft.com/office/officeart/2005/8/layout/orgChart1"/>
    <dgm:cxn modelId="{FB2FA091-3174-41E8-88D0-EB73AD43111C}" type="presParOf" srcId="{68A112C0-0680-466B-AECC-5A3D1BBC0AF1}" destId="{BF2FDE83-0828-4FAF-9A72-2886525ACB3B}" srcOrd="0" destOrd="0" presId="urn:microsoft.com/office/officeart/2005/8/layout/orgChart1"/>
    <dgm:cxn modelId="{E1396163-EE4D-4372-9EC9-D1DC184E653B}" type="presParOf" srcId="{68A112C0-0680-466B-AECC-5A3D1BBC0AF1}" destId="{E8DAE183-E8EF-4B67-8813-98AFC49AF89A}" srcOrd="1" destOrd="0" presId="urn:microsoft.com/office/officeart/2005/8/layout/orgChart1"/>
    <dgm:cxn modelId="{FBBEC384-3708-405A-876A-DDDE6628449A}" type="presParOf" srcId="{01B98EAB-C884-4CF3-897F-B7938B9BEAE6}" destId="{FDAC1CDE-9CFF-472D-8984-014F717401F2}" srcOrd="1" destOrd="0" presId="urn:microsoft.com/office/officeart/2005/8/layout/orgChart1"/>
    <dgm:cxn modelId="{DA5ABCAE-2397-4276-98EC-37780B22FF8E}" type="presParOf" srcId="{01B98EAB-C884-4CF3-897F-B7938B9BEAE6}" destId="{79BE321E-5CF1-4FCD-BF98-8E5B7E7B5F0B}" srcOrd="2" destOrd="0" presId="urn:microsoft.com/office/officeart/2005/8/layout/orgChart1"/>
    <dgm:cxn modelId="{8F49E86C-FB2F-48DC-9C05-7DB5F480E656}" type="presParOf" srcId="{7231CB9C-C8DF-4D7B-965A-3AD3AE46F0CC}" destId="{14B1491B-DAD2-488D-8E53-6D217FB67A10}" srcOrd="4" destOrd="0" presId="urn:microsoft.com/office/officeart/2005/8/layout/orgChart1"/>
    <dgm:cxn modelId="{68814E8F-DCFC-4CEE-AFC8-D399A6571593}" type="presParOf" srcId="{7231CB9C-C8DF-4D7B-965A-3AD3AE46F0CC}" destId="{D9206B59-40D5-48C2-AFEE-F3EFF71EF9A9}" srcOrd="5" destOrd="0" presId="urn:microsoft.com/office/officeart/2005/8/layout/orgChart1"/>
    <dgm:cxn modelId="{74EA9241-6370-496F-BF6B-19C460412FE9}" type="presParOf" srcId="{D9206B59-40D5-48C2-AFEE-F3EFF71EF9A9}" destId="{1D87ECBF-D5FD-430A-B23A-CEE677D20465}" srcOrd="0" destOrd="0" presId="urn:microsoft.com/office/officeart/2005/8/layout/orgChart1"/>
    <dgm:cxn modelId="{6A68F7AF-EA6F-4897-88DC-CBE9B7FCBC0E}" type="presParOf" srcId="{1D87ECBF-D5FD-430A-B23A-CEE677D20465}" destId="{910E1F31-96A5-4AE6-96EF-239FABEED9BA}" srcOrd="0" destOrd="0" presId="urn:microsoft.com/office/officeart/2005/8/layout/orgChart1"/>
    <dgm:cxn modelId="{EE641B91-A73C-431E-967D-839DA9D5EA3C}" type="presParOf" srcId="{1D87ECBF-D5FD-430A-B23A-CEE677D20465}" destId="{C4893E22-BFDF-4460-961A-8B42570FB0A6}" srcOrd="1" destOrd="0" presId="urn:microsoft.com/office/officeart/2005/8/layout/orgChart1"/>
    <dgm:cxn modelId="{FA779226-D99B-49B3-91CB-1066ED244104}" type="presParOf" srcId="{D9206B59-40D5-48C2-AFEE-F3EFF71EF9A9}" destId="{DE121F3E-16F4-493A-A229-781439BDEB4F}" srcOrd="1" destOrd="0" presId="urn:microsoft.com/office/officeart/2005/8/layout/orgChart1"/>
    <dgm:cxn modelId="{A0A86D73-B0F7-4124-907F-5C0FADB82838}" type="presParOf" srcId="{D9206B59-40D5-48C2-AFEE-F3EFF71EF9A9}" destId="{9ECBE05D-6308-4D29-B4DC-0F12170CA08D}" srcOrd="2" destOrd="0" presId="urn:microsoft.com/office/officeart/2005/8/layout/orgChart1"/>
    <dgm:cxn modelId="{DFD4CEB0-5995-4959-A63D-834CC2B9DCC4}" type="presParOf" srcId="{3E8E8154-8E80-4C1A-BD72-4EDF8A83FE4D}" destId="{E08EA480-DE7B-4718-B79B-4A1D2D8259F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AB89CFB-9A03-4FA0-A88D-D11B4EB53A7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67415072-C50E-4061-BD43-E3A2C7196491}">
      <dgm:prSet phldrT="[Text]" phldr="0"/>
      <dgm:spPr/>
      <dgm:t>
        <a:bodyPr/>
        <a:lstStyle/>
        <a:p>
          <a:pPr algn="l"/>
          <a:r>
            <a:rPr lang="en-US" dirty="0"/>
            <a:t> </a:t>
          </a:r>
        </a:p>
        <a:p>
          <a:r>
            <a:rPr lang="en-US" dirty="0"/>
            <a:t>“</a:t>
          </a:r>
          <a:r>
            <a:rPr lang="en-US" dirty="0">
              <a:hlinkClick xmlns:r="http://schemas.openxmlformats.org/officeDocument/2006/relationships" r:id="rId1"/>
            </a:rPr>
            <a:t>A Liberation Gospel perspective testifies to God’s present voice and </a:t>
          </a:r>
          <a:r>
            <a:rPr lang="en-US" b="1" dirty="0">
              <a:hlinkClick xmlns:r="http://schemas.openxmlformats.org/officeDocument/2006/relationships" r:id="rId1"/>
            </a:rPr>
            <a:t>actions in the lives of those on the margins</a:t>
          </a:r>
          <a:r>
            <a:rPr lang="en-US" dirty="0">
              <a:hlinkClick xmlns:r="http://schemas.openxmlformats.org/officeDocument/2006/relationships" r:id="rId1"/>
            </a:rPr>
            <a:t>. Born in poverty yet free, Jesus died the death of an enslaved person. A liberation perspective of the gospel marks Jesus’s social status as one among the oppressed and reads with other ‘non-persons.’</a:t>
          </a:r>
          <a:r>
            <a:rPr lang="en-US" dirty="0"/>
            <a:t>”</a:t>
          </a:r>
          <a:endParaRPr lang="en-US" i="1" dirty="0"/>
        </a:p>
      </dgm:t>
    </dgm:pt>
    <dgm:pt modelId="{D64918E6-F117-4903-9F5B-854698D155BF}" type="parTrans" cxnId="{7224D279-2521-4E9F-88BB-DF3584F287CE}">
      <dgm:prSet/>
      <dgm:spPr/>
      <dgm:t>
        <a:bodyPr/>
        <a:lstStyle/>
        <a:p>
          <a:pPr algn="l"/>
          <a:endParaRPr lang="en-US"/>
        </a:p>
      </dgm:t>
    </dgm:pt>
    <dgm:pt modelId="{70E6E90E-7C7E-4D3D-92BD-75AD74983515}" type="sibTrans" cxnId="{7224D279-2521-4E9F-88BB-DF3584F287CE}">
      <dgm:prSet/>
      <dgm:spPr/>
      <dgm:t>
        <a:bodyPr/>
        <a:lstStyle/>
        <a:p>
          <a:pPr algn="l"/>
          <a:endParaRPr lang="en-US"/>
        </a:p>
      </dgm:t>
    </dgm:pt>
    <dgm:pt modelId="{74CDB080-DAC8-40C1-B772-4D334292CC26}">
      <dgm:prSet phldrT="[Text]" phldr="0"/>
      <dgm:spPr/>
      <dgm:t>
        <a:bodyPr/>
        <a:lstStyle/>
        <a:p>
          <a:pPr algn="l"/>
          <a:r>
            <a:rPr lang="en-US" i="0" dirty="0"/>
            <a:t>“A liberation gospel view approaches the New Testament writings from the assumption that spiritual and social matters are interrelated. The social problems that separate human beings into the haves and have-nots, the rich and the poor, the dignified and the derided, and the free and the censured are problems plaguing human institutions and systems.”</a:t>
          </a:r>
          <a:br>
            <a:rPr lang="en-US" i="0" dirty="0"/>
          </a:br>
          <a:r>
            <a:rPr lang="en-US" i="1" dirty="0"/>
            <a:t>Implicit: Scripture is to be approached with assumptions for social matters, matters that are most important for the non-persons.</a:t>
          </a:r>
          <a:endParaRPr lang="en-US" i="0" dirty="0"/>
        </a:p>
      </dgm:t>
    </dgm:pt>
    <dgm:pt modelId="{CDB8726F-D040-4C43-89B9-D13C2F9F97EF}" type="parTrans" cxnId="{F0159BBA-D3CC-44CD-ABF7-EAD387E52236}">
      <dgm:prSet/>
      <dgm:spPr/>
      <dgm:t>
        <a:bodyPr/>
        <a:lstStyle/>
        <a:p>
          <a:pPr algn="l"/>
          <a:endParaRPr lang="en-US"/>
        </a:p>
      </dgm:t>
    </dgm:pt>
    <dgm:pt modelId="{9BEF7D0B-2D0A-4307-BA27-DD4B3BE6052A}" type="sibTrans" cxnId="{F0159BBA-D3CC-44CD-ABF7-EAD387E52236}">
      <dgm:prSet/>
      <dgm:spPr/>
      <dgm:t>
        <a:bodyPr/>
        <a:lstStyle/>
        <a:p>
          <a:pPr algn="l"/>
          <a:endParaRPr lang="en-US"/>
        </a:p>
      </dgm:t>
    </dgm:pt>
    <dgm:pt modelId="{16D8A83A-B848-4192-A2B9-018E70C1ED7E}">
      <dgm:prSet phldrT="[Text]" phldr="0"/>
      <dgm:spPr/>
      <dgm:t>
        <a:bodyPr/>
        <a:lstStyle/>
        <a:p>
          <a:pPr algn="l"/>
          <a:r>
            <a:rPr lang="en-US" i="0" dirty="0"/>
            <a:t>Smith wrote of Ambrose: “the gospel message is not self-evident but requires sifting and sourcing, even in the Bible, in conversation with the experiences of the oppressed.”</a:t>
          </a:r>
          <a:br>
            <a:rPr lang="en-US" i="0" dirty="0"/>
          </a:br>
          <a:r>
            <a:rPr lang="en-US" i="0" dirty="0"/>
            <a:t>Smit </a:t>
          </a:r>
          <a:r>
            <a:rPr lang="en-US" i="0" dirty="0" err="1"/>
            <a:t>hwrote</a:t>
          </a:r>
          <a:r>
            <a:rPr lang="en-US" i="0" dirty="0"/>
            <a:t> of Thurman: “Liberation interpreters prioritize Jesus’s model and story as the gospel message for matters of human tolerance, care, and civil responsibilities and responses, not Paul.”</a:t>
          </a:r>
          <a:br>
            <a:rPr lang="en-US" i="0" dirty="0"/>
          </a:br>
          <a:r>
            <a:rPr lang="en-US" i="1" dirty="0"/>
            <a:t>Implicit: Message of Paul and that of Jesus requires prioritization.</a:t>
          </a:r>
          <a:endParaRPr lang="en-US" i="0" dirty="0"/>
        </a:p>
      </dgm:t>
    </dgm:pt>
    <dgm:pt modelId="{6B0615ED-A5F4-409E-BBB2-75BC19C58881}" type="parTrans" cxnId="{81E359CA-A611-450C-A222-A5DB72ECF6B8}">
      <dgm:prSet/>
      <dgm:spPr/>
      <dgm:t>
        <a:bodyPr/>
        <a:lstStyle/>
        <a:p>
          <a:pPr algn="l"/>
          <a:endParaRPr lang="en-US"/>
        </a:p>
      </dgm:t>
    </dgm:pt>
    <dgm:pt modelId="{240B15CD-DAA0-4937-8FA0-44B59A68E9B6}" type="sibTrans" cxnId="{81E359CA-A611-450C-A222-A5DB72ECF6B8}">
      <dgm:prSet/>
      <dgm:spPr/>
      <dgm:t>
        <a:bodyPr/>
        <a:lstStyle/>
        <a:p>
          <a:endParaRPr lang="en-US"/>
        </a:p>
      </dgm:t>
    </dgm:pt>
    <dgm:pt modelId="{1E956FCB-CC57-49BE-A33F-A39FE02CB6F7}">
      <dgm:prSet phldrT="[Text]" phldr="0"/>
      <dgm:spPr/>
      <dgm:t>
        <a:bodyPr/>
        <a:lstStyle/>
        <a:p>
          <a:pPr algn="l"/>
          <a:r>
            <a:rPr lang="en-US" i="1" dirty="0"/>
            <a:t>Implicit: Emphasize the common experience between the non-persons and Jesus. </a:t>
          </a:r>
          <a:r>
            <a:rPr lang="en-US" i="1" dirty="0" err="1"/>
            <a:t>Eg.</a:t>
          </a:r>
          <a:br>
            <a:rPr lang="en-US" i="1" dirty="0"/>
          </a:br>
          <a:r>
            <a:rPr lang="en-US" i="1" dirty="0"/>
            <a:t>1) Jesus is enslaved. Non-person is enslaved.</a:t>
          </a:r>
          <a:br>
            <a:rPr lang="en-US" i="1" dirty="0"/>
          </a:br>
          <a:r>
            <a:rPr lang="en-US" i="1" dirty="0"/>
            <a:t>2) Jesus is poor. Non-person is poor.</a:t>
          </a:r>
          <a:br>
            <a:rPr lang="en-US" i="1" dirty="0"/>
          </a:br>
          <a:r>
            <a:rPr lang="en-US" i="1" dirty="0"/>
            <a:t>3) Jesus died on the cross. Non-person was oppressed.</a:t>
          </a:r>
          <a:br>
            <a:rPr lang="en-US" i="1" dirty="0"/>
          </a:br>
          <a:endParaRPr lang="en-US" i="1" dirty="0"/>
        </a:p>
      </dgm:t>
    </dgm:pt>
    <dgm:pt modelId="{FEAE2752-522F-417F-BDA7-AAE93019CE46}" type="parTrans" cxnId="{A10BE6D6-5489-4234-9925-514B3964ED12}">
      <dgm:prSet/>
      <dgm:spPr/>
      <dgm:t>
        <a:bodyPr/>
        <a:lstStyle/>
        <a:p>
          <a:pPr algn="l"/>
          <a:endParaRPr lang="en-US"/>
        </a:p>
      </dgm:t>
    </dgm:pt>
    <dgm:pt modelId="{37D2250C-5CFE-41AB-B7E0-951CFF9DF477}" type="sibTrans" cxnId="{A10BE6D6-5489-4234-9925-514B3964ED12}">
      <dgm:prSet/>
      <dgm:spPr/>
      <dgm:t>
        <a:bodyPr/>
        <a:lstStyle/>
        <a:p>
          <a:endParaRPr lang="en-US"/>
        </a:p>
      </dgm:t>
    </dgm:pt>
    <dgm:pt modelId="{89F7E32E-F0A0-4157-9466-28638A3AD618}" type="pres">
      <dgm:prSet presAssocID="{0AB89CFB-9A03-4FA0-A88D-D11B4EB53A71}" presName="hierChild1" presStyleCnt="0">
        <dgm:presLayoutVars>
          <dgm:orgChart val="1"/>
          <dgm:chPref val="1"/>
          <dgm:dir/>
          <dgm:animOne val="branch"/>
          <dgm:animLvl val="lvl"/>
          <dgm:resizeHandles/>
        </dgm:presLayoutVars>
      </dgm:prSet>
      <dgm:spPr/>
    </dgm:pt>
    <dgm:pt modelId="{3E8E8154-8E80-4C1A-BD72-4EDF8A83FE4D}" type="pres">
      <dgm:prSet presAssocID="{67415072-C50E-4061-BD43-E3A2C7196491}" presName="hierRoot1" presStyleCnt="0">
        <dgm:presLayoutVars>
          <dgm:hierBranch val="init"/>
        </dgm:presLayoutVars>
      </dgm:prSet>
      <dgm:spPr/>
    </dgm:pt>
    <dgm:pt modelId="{36F7BC30-2635-4E36-BC42-D05CEE81F933}" type="pres">
      <dgm:prSet presAssocID="{67415072-C50E-4061-BD43-E3A2C7196491}" presName="rootComposite1" presStyleCnt="0"/>
      <dgm:spPr/>
    </dgm:pt>
    <dgm:pt modelId="{1EFB72C5-52AC-4CE4-A81C-88DD5CD3A580}" type="pres">
      <dgm:prSet presAssocID="{67415072-C50E-4061-BD43-E3A2C7196491}" presName="rootText1" presStyleLbl="node0" presStyleIdx="0" presStyleCnt="1" custScaleY="58186">
        <dgm:presLayoutVars>
          <dgm:chPref val="3"/>
        </dgm:presLayoutVars>
      </dgm:prSet>
      <dgm:spPr/>
    </dgm:pt>
    <dgm:pt modelId="{7E34002B-81D8-4EF8-97E7-AA15109226DE}" type="pres">
      <dgm:prSet presAssocID="{67415072-C50E-4061-BD43-E3A2C7196491}" presName="rootConnector1" presStyleLbl="node1" presStyleIdx="0" presStyleCnt="0"/>
      <dgm:spPr/>
    </dgm:pt>
    <dgm:pt modelId="{7231CB9C-C8DF-4D7B-965A-3AD3AE46F0CC}" type="pres">
      <dgm:prSet presAssocID="{67415072-C50E-4061-BD43-E3A2C7196491}" presName="hierChild2" presStyleCnt="0"/>
      <dgm:spPr/>
    </dgm:pt>
    <dgm:pt modelId="{9187C602-B5B7-4FD2-A240-8EB04DC460F0}" type="pres">
      <dgm:prSet presAssocID="{CDB8726F-D040-4C43-89B9-D13C2F9F97EF}" presName="Name37" presStyleLbl="parChTrans1D2" presStyleIdx="0" presStyleCnt="3"/>
      <dgm:spPr/>
    </dgm:pt>
    <dgm:pt modelId="{2CB03F0B-6CDA-4CDC-BB97-CC99CAD0A12A}" type="pres">
      <dgm:prSet presAssocID="{74CDB080-DAC8-40C1-B772-4D334292CC26}" presName="hierRoot2" presStyleCnt="0">
        <dgm:presLayoutVars>
          <dgm:hierBranch val="init"/>
        </dgm:presLayoutVars>
      </dgm:prSet>
      <dgm:spPr/>
    </dgm:pt>
    <dgm:pt modelId="{BC6F46A5-FB5A-41A0-88B1-047441B1DCC8}" type="pres">
      <dgm:prSet presAssocID="{74CDB080-DAC8-40C1-B772-4D334292CC26}" presName="rootComposite" presStyleCnt="0"/>
      <dgm:spPr/>
    </dgm:pt>
    <dgm:pt modelId="{CA0FBBB3-C5BF-442A-BC4A-E90F1259051A}" type="pres">
      <dgm:prSet presAssocID="{74CDB080-DAC8-40C1-B772-4D334292CC26}" presName="rootText" presStyleLbl="node2" presStyleIdx="0" presStyleCnt="3">
        <dgm:presLayoutVars>
          <dgm:chPref val="3"/>
        </dgm:presLayoutVars>
      </dgm:prSet>
      <dgm:spPr/>
    </dgm:pt>
    <dgm:pt modelId="{8BE8A5C6-D46C-4AFB-B947-B98F7236A193}" type="pres">
      <dgm:prSet presAssocID="{74CDB080-DAC8-40C1-B772-4D334292CC26}" presName="rootConnector" presStyleLbl="node2" presStyleIdx="0" presStyleCnt="3"/>
      <dgm:spPr/>
    </dgm:pt>
    <dgm:pt modelId="{DDE2042A-CB2D-464D-BA17-B18C1338E147}" type="pres">
      <dgm:prSet presAssocID="{74CDB080-DAC8-40C1-B772-4D334292CC26}" presName="hierChild4" presStyleCnt="0"/>
      <dgm:spPr/>
    </dgm:pt>
    <dgm:pt modelId="{BFD15DF7-1934-469D-ABFB-07433F43A34D}" type="pres">
      <dgm:prSet presAssocID="{74CDB080-DAC8-40C1-B772-4D334292CC26}" presName="hierChild5" presStyleCnt="0"/>
      <dgm:spPr/>
    </dgm:pt>
    <dgm:pt modelId="{FF3344BB-5114-4F0D-9BF1-1754B8172255}" type="pres">
      <dgm:prSet presAssocID="{6B0615ED-A5F4-409E-BBB2-75BC19C58881}" presName="Name37" presStyleLbl="parChTrans1D2" presStyleIdx="1" presStyleCnt="3"/>
      <dgm:spPr/>
    </dgm:pt>
    <dgm:pt modelId="{01B98EAB-C884-4CF3-897F-B7938B9BEAE6}" type="pres">
      <dgm:prSet presAssocID="{16D8A83A-B848-4192-A2B9-018E70C1ED7E}" presName="hierRoot2" presStyleCnt="0">
        <dgm:presLayoutVars>
          <dgm:hierBranch val="init"/>
        </dgm:presLayoutVars>
      </dgm:prSet>
      <dgm:spPr/>
    </dgm:pt>
    <dgm:pt modelId="{68A112C0-0680-466B-AECC-5A3D1BBC0AF1}" type="pres">
      <dgm:prSet presAssocID="{16D8A83A-B848-4192-A2B9-018E70C1ED7E}" presName="rootComposite" presStyleCnt="0"/>
      <dgm:spPr/>
    </dgm:pt>
    <dgm:pt modelId="{BF2FDE83-0828-4FAF-9A72-2886525ACB3B}" type="pres">
      <dgm:prSet presAssocID="{16D8A83A-B848-4192-A2B9-018E70C1ED7E}" presName="rootText" presStyleLbl="node2" presStyleIdx="1" presStyleCnt="3">
        <dgm:presLayoutVars>
          <dgm:chPref val="3"/>
        </dgm:presLayoutVars>
      </dgm:prSet>
      <dgm:spPr/>
    </dgm:pt>
    <dgm:pt modelId="{E8DAE183-E8EF-4B67-8813-98AFC49AF89A}" type="pres">
      <dgm:prSet presAssocID="{16D8A83A-B848-4192-A2B9-018E70C1ED7E}" presName="rootConnector" presStyleLbl="node2" presStyleIdx="1" presStyleCnt="3"/>
      <dgm:spPr/>
    </dgm:pt>
    <dgm:pt modelId="{FDAC1CDE-9CFF-472D-8984-014F717401F2}" type="pres">
      <dgm:prSet presAssocID="{16D8A83A-B848-4192-A2B9-018E70C1ED7E}" presName="hierChild4" presStyleCnt="0"/>
      <dgm:spPr/>
    </dgm:pt>
    <dgm:pt modelId="{79BE321E-5CF1-4FCD-BF98-8E5B7E7B5F0B}" type="pres">
      <dgm:prSet presAssocID="{16D8A83A-B848-4192-A2B9-018E70C1ED7E}" presName="hierChild5" presStyleCnt="0"/>
      <dgm:spPr/>
    </dgm:pt>
    <dgm:pt modelId="{14B1491B-DAD2-488D-8E53-6D217FB67A10}" type="pres">
      <dgm:prSet presAssocID="{FEAE2752-522F-417F-BDA7-AAE93019CE46}" presName="Name37" presStyleLbl="parChTrans1D2" presStyleIdx="2" presStyleCnt="3"/>
      <dgm:spPr/>
    </dgm:pt>
    <dgm:pt modelId="{D9206B59-40D5-48C2-AFEE-F3EFF71EF9A9}" type="pres">
      <dgm:prSet presAssocID="{1E956FCB-CC57-49BE-A33F-A39FE02CB6F7}" presName="hierRoot2" presStyleCnt="0">
        <dgm:presLayoutVars>
          <dgm:hierBranch val="init"/>
        </dgm:presLayoutVars>
      </dgm:prSet>
      <dgm:spPr/>
    </dgm:pt>
    <dgm:pt modelId="{1D87ECBF-D5FD-430A-B23A-CEE677D20465}" type="pres">
      <dgm:prSet presAssocID="{1E956FCB-CC57-49BE-A33F-A39FE02CB6F7}" presName="rootComposite" presStyleCnt="0"/>
      <dgm:spPr/>
    </dgm:pt>
    <dgm:pt modelId="{910E1F31-96A5-4AE6-96EF-239FABEED9BA}" type="pres">
      <dgm:prSet presAssocID="{1E956FCB-CC57-49BE-A33F-A39FE02CB6F7}" presName="rootText" presStyleLbl="node2" presStyleIdx="2" presStyleCnt="3">
        <dgm:presLayoutVars>
          <dgm:chPref val="3"/>
        </dgm:presLayoutVars>
      </dgm:prSet>
      <dgm:spPr/>
    </dgm:pt>
    <dgm:pt modelId="{C4893E22-BFDF-4460-961A-8B42570FB0A6}" type="pres">
      <dgm:prSet presAssocID="{1E956FCB-CC57-49BE-A33F-A39FE02CB6F7}" presName="rootConnector" presStyleLbl="node2" presStyleIdx="2" presStyleCnt="3"/>
      <dgm:spPr/>
    </dgm:pt>
    <dgm:pt modelId="{DE121F3E-16F4-493A-A229-781439BDEB4F}" type="pres">
      <dgm:prSet presAssocID="{1E956FCB-CC57-49BE-A33F-A39FE02CB6F7}" presName="hierChild4" presStyleCnt="0"/>
      <dgm:spPr/>
    </dgm:pt>
    <dgm:pt modelId="{9ECBE05D-6308-4D29-B4DC-0F12170CA08D}" type="pres">
      <dgm:prSet presAssocID="{1E956FCB-CC57-49BE-A33F-A39FE02CB6F7}" presName="hierChild5" presStyleCnt="0"/>
      <dgm:spPr/>
    </dgm:pt>
    <dgm:pt modelId="{E08EA480-DE7B-4718-B79B-4A1D2D8259FF}" type="pres">
      <dgm:prSet presAssocID="{67415072-C50E-4061-BD43-E3A2C7196491}" presName="hierChild3" presStyleCnt="0"/>
      <dgm:spPr/>
    </dgm:pt>
  </dgm:ptLst>
  <dgm:cxnLst>
    <dgm:cxn modelId="{A1BF2F0E-2D0E-4001-BC07-E325AEFC4729}" type="presOf" srcId="{74CDB080-DAC8-40C1-B772-4D334292CC26}" destId="{CA0FBBB3-C5BF-442A-BC4A-E90F1259051A}" srcOrd="0" destOrd="0" presId="urn:microsoft.com/office/officeart/2005/8/layout/orgChart1"/>
    <dgm:cxn modelId="{7A7CD212-8DD5-40C7-BD0E-53D3A84C3F5F}" type="presOf" srcId="{67415072-C50E-4061-BD43-E3A2C7196491}" destId="{7E34002B-81D8-4EF8-97E7-AA15109226DE}" srcOrd="1" destOrd="0" presId="urn:microsoft.com/office/officeart/2005/8/layout/orgChart1"/>
    <dgm:cxn modelId="{41C34F17-4818-4574-BE7F-1978504DE93C}" type="presOf" srcId="{6B0615ED-A5F4-409E-BBB2-75BC19C58881}" destId="{FF3344BB-5114-4F0D-9BF1-1754B8172255}" srcOrd="0" destOrd="0" presId="urn:microsoft.com/office/officeart/2005/8/layout/orgChart1"/>
    <dgm:cxn modelId="{E5C55C37-D80B-4F8F-80CF-BAA9CD5D81C3}" type="presOf" srcId="{0AB89CFB-9A03-4FA0-A88D-D11B4EB53A71}" destId="{89F7E32E-F0A0-4157-9466-28638A3AD618}" srcOrd="0" destOrd="0" presId="urn:microsoft.com/office/officeart/2005/8/layout/orgChart1"/>
    <dgm:cxn modelId="{784E3740-708A-4398-B8D2-CBACD1FB9AD3}" type="presOf" srcId="{74CDB080-DAC8-40C1-B772-4D334292CC26}" destId="{8BE8A5C6-D46C-4AFB-B947-B98F7236A193}" srcOrd="1" destOrd="0" presId="urn:microsoft.com/office/officeart/2005/8/layout/orgChart1"/>
    <dgm:cxn modelId="{7224D279-2521-4E9F-88BB-DF3584F287CE}" srcId="{0AB89CFB-9A03-4FA0-A88D-D11B4EB53A71}" destId="{67415072-C50E-4061-BD43-E3A2C7196491}" srcOrd="0" destOrd="0" parTransId="{D64918E6-F117-4903-9F5B-854698D155BF}" sibTransId="{70E6E90E-7C7E-4D3D-92BD-75AD74983515}"/>
    <dgm:cxn modelId="{C4E1F780-0CB6-4417-888F-B208FBD27FA7}" type="presOf" srcId="{67415072-C50E-4061-BD43-E3A2C7196491}" destId="{1EFB72C5-52AC-4CE4-A81C-88DD5CD3A580}" srcOrd="0" destOrd="0" presId="urn:microsoft.com/office/officeart/2005/8/layout/orgChart1"/>
    <dgm:cxn modelId="{F0159BBA-D3CC-44CD-ABF7-EAD387E52236}" srcId="{67415072-C50E-4061-BD43-E3A2C7196491}" destId="{74CDB080-DAC8-40C1-B772-4D334292CC26}" srcOrd="0" destOrd="0" parTransId="{CDB8726F-D040-4C43-89B9-D13C2F9F97EF}" sibTransId="{9BEF7D0B-2D0A-4307-BA27-DD4B3BE6052A}"/>
    <dgm:cxn modelId="{28010BC4-4461-4C20-A430-BF011D825FDC}" type="presOf" srcId="{16D8A83A-B848-4192-A2B9-018E70C1ED7E}" destId="{E8DAE183-E8EF-4B67-8813-98AFC49AF89A}" srcOrd="1" destOrd="0" presId="urn:microsoft.com/office/officeart/2005/8/layout/orgChart1"/>
    <dgm:cxn modelId="{7E064AC7-8560-44EE-BE08-AA2E1BBDE3E5}" type="presOf" srcId="{CDB8726F-D040-4C43-89B9-D13C2F9F97EF}" destId="{9187C602-B5B7-4FD2-A240-8EB04DC460F0}" srcOrd="0" destOrd="0" presId="urn:microsoft.com/office/officeart/2005/8/layout/orgChart1"/>
    <dgm:cxn modelId="{81E359CA-A611-450C-A222-A5DB72ECF6B8}" srcId="{67415072-C50E-4061-BD43-E3A2C7196491}" destId="{16D8A83A-B848-4192-A2B9-018E70C1ED7E}" srcOrd="1" destOrd="0" parTransId="{6B0615ED-A5F4-409E-BBB2-75BC19C58881}" sibTransId="{240B15CD-DAA0-4937-8FA0-44B59A68E9B6}"/>
    <dgm:cxn modelId="{F69FA8D2-E705-4B91-8A70-5D54780FDE36}" type="presOf" srcId="{FEAE2752-522F-417F-BDA7-AAE93019CE46}" destId="{14B1491B-DAD2-488D-8E53-6D217FB67A10}" srcOrd="0" destOrd="0" presId="urn:microsoft.com/office/officeart/2005/8/layout/orgChart1"/>
    <dgm:cxn modelId="{A10BE6D6-5489-4234-9925-514B3964ED12}" srcId="{67415072-C50E-4061-BD43-E3A2C7196491}" destId="{1E956FCB-CC57-49BE-A33F-A39FE02CB6F7}" srcOrd="2" destOrd="0" parTransId="{FEAE2752-522F-417F-BDA7-AAE93019CE46}" sibTransId="{37D2250C-5CFE-41AB-B7E0-951CFF9DF477}"/>
    <dgm:cxn modelId="{8720FDEE-B29D-4639-9ECB-7D5A5F4EAD5D}" type="presOf" srcId="{1E956FCB-CC57-49BE-A33F-A39FE02CB6F7}" destId="{C4893E22-BFDF-4460-961A-8B42570FB0A6}" srcOrd="1" destOrd="0" presId="urn:microsoft.com/office/officeart/2005/8/layout/orgChart1"/>
    <dgm:cxn modelId="{58D7E5F6-0FB1-4824-BC25-B4BC34CE2E86}" type="presOf" srcId="{1E956FCB-CC57-49BE-A33F-A39FE02CB6F7}" destId="{910E1F31-96A5-4AE6-96EF-239FABEED9BA}" srcOrd="0" destOrd="0" presId="urn:microsoft.com/office/officeart/2005/8/layout/orgChart1"/>
    <dgm:cxn modelId="{7D755FFC-BA23-45DD-8756-C6B4A2FCDE42}" type="presOf" srcId="{16D8A83A-B848-4192-A2B9-018E70C1ED7E}" destId="{BF2FDE83-0828-4FAF-9A72-2886525ACB3B}" srcOrd="0" destOrd="0" presId="urn:microsoft.com/office/officeart/2005/8/layout/orgChart1"/>
    <dgm:cxn modelId="{1C0C28DC-ECF9-4A02-9C61-D192A5F8A404}" type="presParOf" srcId="{89F7E32E-F0A0-4157-9466-28638A3AD618}" destId="{3E8E8154-8E80-4C1A-BD72-4EDF8A83FE4D}" srcOrd="0" destOrd="0" presId="urn:microsoft.com/office/officeart/2005/8/layout/orgChart1"/>
    <dgm:cxn modelId="{A02E1776-EC14-486F-A7D2-7770DB120FB1}" type="presParOf" srcId="{3E8E8154-8E80-4C1A-BD72-4EDF8A83FE4D}" destId="{36F7BC30-2635-4E36-BC42-D05CEE81F933}" srcOrd="0" destOrd="0" presId="urn:microsoft.com/office/officeart/2005/8/layout/orgChart1"/>
    <dgm:cxn modelId="{2B6EAFDB-F1A3-4B1A-A357-7191930FDAFB}" type="presParOf" srcId="{36F7BC30-2635-4E36-BC42-D05CEE81F933}" destId="{1EFB72C5-52AC-4CE4-A81C-88DD5CD3A580}" srcOrd="0" destOrd="0" presId="urn:microsoft.com/office/officeart/2005/8/layout/orgChart1"/>
    <dgm:cxn modelId="{CF6AE459-B59E-496D-A89C-F772E54868A8}" type="presParOf" srcId="{36F7BC30-2635-4E36-BC42-D05CEE81F933}" destId="{7E34002B-81D8-4EF8-97E7-AA15109226DE}" srcOrd="1" destOrd="0" presId="urn:microsoft.com/office/officeart/2005/8/layout/orgChart1"/>
    <dgm:cxn modelId="{59DE8B6C-6051-437D-8756-3BCE6C46C19D}" type="presParOf" srcId="{3E8E8154-8E80-4C1A-BD72-4EDF8A83FE4D}" destId="{7231CB9C-C8DF-4D7B-965A-3AD3AE46F0CC}" srcOrd="1" destOrd="0" presId="urn:microsoft.com/office/officeart/2005/8/layout/orgChart1"/>
    <dgm:cxn modelId="{BDF81E88-C492-40D6-AE33-2715FDE7A433}" type="presParOf" srcId="{7231CB9C-C8DF-4D7B-965A-3AD3AE46F0CC}" destId="{9187C602-B5B7-4FD2-A240-8EB04DC460F0}" srcOrd="0" destOrd="0" presId="urn:microsoft.com/office/officeart/2005/8/layout/orgChart1"/>
    <dgm:cxn modelId="{8A145E39-7AB2-4DA6-98A9-1F8F4583FB3B}" type="presParOf" srcId="{7231CB9C-C8DF-4D7B-965A-3AD3AE46F0CC}" destId="{2CB03F0B-6CDA-4CDC-BB97-CC99CAD0A12A}" srcOrd="1" destOrd="0" presId="urn:microsoft.com/office/officeart/2005/8/layout/orgChart1"/>
    <dgm:cxn modelId="{5F035760-A6BF-4F7C-A44D-E98407230A5E}" type="presParOf" srcId="{2CB03F0B-6CDA-4CDC-BB97-CC99CAD0A12A}" destId="{BC6F46A5-FB5A-41A0-88B1-047441B1DCC8}" srcOrd="0" destOrd="0" presId="urn:microsoft.com/office/officeart/2005/8/layout/orgChart1"/>
    <dgm:cxn modelId="{7A8F0FCC-385D-42E2-B52D-E5E140073742}" type="presParOf" srcId="{BC6F46A5-FB5A-41A0-88B1-047441B1DCC8}" destId="{CA0FBBB3-C5BF-442A-BC4A-E90F1259051A}" srcOrd="0" destOrd="0" presId="urn:microsoft.com/office/officeart/2005/8/layout/orgChart1"/>
    <dgm:cxn modelId="{9F4C4BCD-C1E9-45C4-9A9E-A8725D2E8B5A}" type="presParOf" srcId="{BC6F46A5-FB5A-41A0-88B1-047441B1DCC8}" destId="{8BE8A5C6-D46C-4AFB-B947-B98F7236A193}" srcOrd="1" destOrd="0" presId="urn:microsoft.com/office/officeart/2005/8/layout/orgChart1"/>
    <dgm:cxn modelId="{A3A73577-61A4-47AC-8EE5-26AC3A11BF4E}" type="presParOf" srcId="{2CB03F0B-6CDA-4CDC-BB97-CC99CAD0A12A}" destId="{DDE2042A-CB2D-464D-BA17-B18C1338E147}" srcOrd="1" destOrd="0" presId="urn:microsoft.com/office/officeart/2005/8/layout/orgChart1"/>
    <dgm:cxn modelId="{B69D9042-F82B-402B-9721-6546C5CA3C67}" type="presParOf" srcId="{2CB03F0B-6CDA-4CDC-BB97-CC99CAD0A12A}" destId="{BFD15DF7-1934-469D-ABFB-07433F43A34D}" srcOrd="2" destOrd="0" presId="urn:microsoft.com/office/officeart/2005/8/layout/orgChart1"/>
    <dgm:cxn modelId="{CA823C11-7437-44FE-A017-5C3B68ABB23A}" type="presParOf" srcId="{7231CB9C-C8DF-4D7B-965A-3AD3AE46F0CC}" destId="{FF3344BB-5114-4F0D-9BF1-1754B8172255}" srcOrd="2" destOrd="0" presId="urn:microsoft.com/office/officeart/2005/8/layout/orgChart1"/>
    <dgm:cxn modelId="{A9EAFFBE-1F3A-44B8-B3C0-4034BBC69FAC}" type="presParOf" srcId="{7231CB9C-C8DF-4D7B-965A-3AD3AE46F0CC}" destId="{01B98EAB-C884-4CF3-897F-B7938B9BEAE6}" srcOrd="3" destOrd="0" presId="urn:microsoft.com/office/officeart/2005/8/layout/orgChart1"/>
    <dgm:cxn modelId="{4999C831-339A-4A6A-A389-06A3CCA3A63F}" type="presParOf" srcId="{01B98EAB-C884-4CF3-897F-B7938B9BEAE6}" destId="{68A112C0-0680-466B-AECC-5A3D1BBC0AF1}" srcOrd="0" destOrd="0" presId="urn:microsoft.com/office/officeart/2005/8/layout/orgChart1"/>
    <dgm:cxn modelId="{FB2FA091-3174-41E8-88D0-EB73AD43111C}" type="presParOf" srcId="{68A112C0-0680-466B-AECC-5A3D1BBC0AF1}" destId="{BF2FDE83-0828-4FAF-9A72-2886525ACB3B}" srcOrd="0" destOrd="0" presId="urn:microsoft.com/office/officeart/2005/8/layout/orgChart1"/>
    <dgm:cxn modelId="{E1396163-EE4D-4372-9EC9-D1DC184E653B}" type="presParOf" srcId="{68A112C0-0680-466B-AECC-5A3D1BBC0AF1}" destId="{E8DAE183-E8EF-4B67-8813-98AFC49AF89A}" srcOrd="1" destOrd="0" presId="urn:microsoft.com/office/officeart/2005/8/layout/orgChart1"/>
    <dgm:cxn modelId="{FBBEC384-3708-405A-876A-DDDE6628449A}" type="presParOf" srcId="{01B98EAB-C884-4CF3-897F-B7938B9BEAE6}" destId="{FDAC1CDE-9CFF-472D-8984-014F717401F2}" srcOrd="1" destOrd="0" presId="urn:microsoft.com/office/officeart/2005/8/layout/orgChart1"/>
    <dgm:cxn modelId="{DA5ABCAE-2397-4276-98EC-37780B22FF8E}" type="presParOf" srcId="{01B98EAB-C884-4CF3-897F-B7938B9BEAE6}" destId="{79BE321E-5CF1-4FCD-BF98-8E5B7E7B5F0B}" srcOrd="2" destOrd="0" presId="urn:microsoft.com/office/officeart/2005/8/layout/orgChart1"/>
    <dgm:cxn modelId="{8F49E86C-FB2F-48DC-9C05-7DB5F480E656}" type="presParOf" srcId="{7231CB9C-C8DF-4D7B-965A-3AD3AE46F0CC}" destId="{14B1491B-DAD2-488D-8E53-6D217FB67A10}" srcOrd="4" destOrd="0" presId="urn:microsoft.com/office/officeart/2005/8/layout/orgChart1"/>
    <dgm:cxn modelId="{68814E8F-DCFC-4CEE-AFC8-D399A6571593}" type="presParOf" srcId="{7231CB9C-C8DF-4D7B-965A-3AD3AE46F0CC}" destId="{D9206B59-40D5-48C2-AFEE-F3EFF71EF9A9}" srcOrd="5" destOrd="0" presId="urn:microsoft.com/office/officeart/2005/8/layout/orgChart1"/>
    <dgm:cxn modelId="{74EA9241-6370-496F-BF6B-19C460412FE9}" type="presParOf" srcId="{D9206B59-40D5-48C2-AFEE-F3EFF71EF9A9}" destId="{1D87ECBF-D5FD-430A-B23A-CEE677D20465}" srcOrd="0" destOrd="0" presId="urn:microsoft.com/office/officeart/2005/8/layout/orgChart1"/>
    <dgm:cxn modelId="{6A68F7AF-EA6F-4897-88DC-CBE9B7FCBC0E}" type="presParOf" srcId="{1D87ECBF-D5FD-430A-B23A-CEE677D20465}" destId="{910E1F31-96A5-4AE6-96EF-239FABEED9BA}" srcOrd="0" destOrd="0" presId="urn:microsoft.com/office/officeart/2005/8/layout/orgChart1"/>
    <dgm:cxn modelId="{EE641B91-A73C-431E-967D-839DA9D5EA3C}" type="presParOf" srcId="{1D87ECBF-D5FD-430A-B23A-CEE677D20465}" destId="{C4893E22-BFDF-4460-961A-8B42570FB0A6}" srcOrd="1" destOrd="0" presId="urn:microsoft.com/office/officeart/2005/8/layout/orgChart1"/>
    <dgm:cxn modelId="{FA779226-D99B-49B3-91CB-1066ED244104}" type="presParOf" srcId="{D9206B59-40D5-48C2-AFEE-F3EFF71EF9A9}" destId="{DE121F3E-16F4-493A-A229-781439BDEB4F}" srcOrd="1" destOrd="0" presId="urn:microsoft.com/office/officeart/2005/8/layout/orgChart1"/>
    <dgm:cxn modelId="{A0A86D73-B0F7-4124-907F-5C0FADB82838}" type="presParOf" srcId="{D9206B59-40D5-48C2-AFEE-F3EFF71EF9A9}" destId="{9ECBE05D-6308-4D29-B4DC-0F12170CA08D}" srcOrd="2" destOrd="0" presId="urn:microsoft.com/office/officeart/2005/8/layout/orgChart1"/>
    <dgm:cxn modelId="{DFD4CEB0-5995-4959-A63D-834CC2B9DCC4}" type="presParOf" srcId="{3E8E8154-8E80-4C1A-BD72-4EDF8A83FE4D}" destId="{E08EA480-DE7B-4718-B79B-4A1D2D8259F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03D398-5D4C-419F-9607-E36C560B2321}">
      <dsp:nvSpPr>
        <dsp:cNvPr id="0" name=""/>
        <dsp:cNvSpPr/>
      </dsp:nvSpPr>
      <dsp:spPr>
        <a:xfrm>
          <a:off x="5257799" y="2354973"/>
          <a:ext cx="4702335" cy="233173"/>
        </a:xfrm>
        <a:custGeom>
          <a:avLst/>
          <a:gdLst/>
          <a:ahLst/>
          <a:cxnLst/>
          <a:rect l="0" t="0" r="0" b="0"/>
          <a:pathLst>
            <a:path>
              <a:moveTo>
                <a:pt x="0" y="0"/>
              </a:moveTo>
              <a:lnTo>
                <a:pt x="0" y="116586"/>
              </a:lnTo>
              <a:lnTo>
                <a:pt x="4702335" y="116586"/>
              </a:lnTo>
              <a:lnTo>
                <a:pt x="4702335" y="233173"/>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F6942EB-C585-40F5-8D3F-F042D8C6731A}">
      <dsp:nvSpPr>
        <dsp:cNvPr id="0" name=""/>
        <dsp:cNvSpPr/>
      </dsp:nvSpPr>
      <dsp:spPr>
        <a:xfrm>
          <a:off x="5257799" y="2354973"/>
          <a:ext cx="3358810" cy="233173"/>
        </a:xfrm>
        <a:custGeom>
          <a:avLst/>
          <a:gdLst/>
          <a:ahLst/>
          <a:cxnLst/>
          <a:rect l="0" t="0" r="0" b="0"/>
          <a:pathLst>
            <a:path>
              <a:moveTo>
                <a:pt x="0" y="0"/>
              </a:moveTo>
              <a:lnTo>
                <a:pt x="0" y="116586"/>
              </a:lnTo>
              <a:lnTo>
                <a:pt x="3358810" y="116586"/>
              </a:lnTo>
              <a:lnTo>
                <a:pt x="3358810" y="233173"/>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54C3FC-1E0D-4EC2-8FEE-C87C28F7F41B}">
      <dsp:nvSpPr>
        <dsp:cNvPr id="0" name=""/>
        <dsp:cNvSpPr/>
      </dsp:nvSpPr>
      <dsp:spPr>
        <a:xfrm>
          <a:off x="5257799" y="2354973"/>
          <a:ext cx="2015286" cy="233173"/>
        </a:xfrm>
        <a:custGeom>
          <a:avLst/>
          <a:gdLst/>
          <a:ahLst/>
          <a:cxnLst/>
          <a:rect l="0" t="0" r="0" b="0"/>
          <a:pathLst>
            <a:path>
              <a:moveTo>
                <a:pt x="0" y="0"/>
              </a:moveTo>
              <a:lnTo>
                <a:pt x="0" y="116586"/>
              </a:lnTo>
              <a:lnTo>
                <a:pt x="2015286" y="116586"/>
              </a:lnTo>
              <a:lnTo>
                <a:pt x="2015286" y="233173"/>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C5079DC-9D07-4CF2-A4B1-8F21F821937F}">
      <dsp:nvSpPr>
        <dsp:cNvPr id="0" name=""/>
        <dsp:cNvSpPr/>
      </dsp:nvSpPr>
      <dsp:spPr>
        <a:xfrm>
          <a:off x="5257799" y="2354973"/>
          <a:ext cx="671762" cy="233173"/>
        </a:xfrm>
        <a:custGeom>
          <a:avLst/>
          <a:gdLst/>
          <a:ahLst/>
          <a:cxnLst/>
          <a:rect l="0" t="0" r="0" b="0"/>
          <a:pathLst>
            <a:path>
              <a:moveTo>
                <a:pt x="0" y="0"/>
              </a:moveTo>
              <a:lnTo>
                <a:pt x="0" y="116586"/>
              </a:lnTo>
              <a:lnTo>
                <a:pt x="671762" y="116586"/>
              </a:lnTo>
              <a:lnTo>
                <a:pt x="671762" y="233173"/>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3E4754-24EC-4A0F-8308-0110811FDE43}">
      <dsp:nvSpPr>
        <dsp:cNvPr id="0" name=""/>
        <dsp:cNvSpPr/>
      </dsp:nvSpPr>
      <dsp:spPr>
        <a:xfrm>
          <a:off x="4586037" y="2354973"/>
          <a:ext cx="671762" cy="233173"/>
        </a:xfrm>
        <a:custGeom>
          <a:avLst/>
          <a:gdLst/>
          <a:ahLst/>
          <a:cxnLst/>
          <a:rect l="0" t="0" r="0" b="0"/>
          <a:pathLst>
            <a:path>
              <a:moveTo>
                <a:pt x="671762" y="0"/>
              </a:moveTo>
              <a:lnTo>
                <a:pt x="671762" y="116586"/>
              </a:lnTo>
              <a:lnTo>
                <a:pt x="0" y="116586"/>
              </a:lnTo>
              <a:lnTo>
                <a:pt x="0" y="233173"/>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94BF0F-1530-41FF-9AFB-3B21D17C77A7}">
      <dsp:nvSpPr>
        <dsp:cNvPr id="0" name=""/>
        <dsp:cNvSpPr/>
      </dsp:nvSpPr>
      <dsp:spPr>
        <a:xfrm>
          <a:off x="3242512" y="2354973"/>
          <a:ext cx="2015286" cy="233173"/>
        </a:xfrm>
        <a:custGeom>
          <a:avLst/>
          <a:gdLst/>
          <a:ahLst/>
          <a:cxnLst/>
          <a:rect l="0" t="0" r="0" b="0"/>
          <a:pathLst>
            <a:path>
              <a:moveTo>
                <a:pt x="2015286" y="0"/>
              </a:moveTo>
              <a:lnTo>
                <a:pt x="2015286" y="116586"/>
              </a:lnTo>
              <a:lnTo>
                <a:pt x="0" y="116586"/>
              </a:lnTo>
              <a:lnTo>
                <a:pt x="0" y="233173"/>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3344BB-5114-4F0D-9BF1-1754B8172255}">
      <dsp:nvSpPr>
        <dsp:cNvPr id="0" name=""/>
        <dsp:cNvSpPr/>
      </dsp:nvSpPr>
      <dsp:spPr>
        <a:xfrm>
          <a:off x="1898988" y="2354973"/>
          <a:ext cx="3358810" cy="233173"/>
        </a:xfrm>
        <a:custGeom>
          <a:avLst/>
          <a:gdLst/>
          <a:ahLst/>
          <a:cxnLst/>
          <a:rect l="0" t="0" r="0" b="0"/>
          <a:pathLst>
            <a:path>
              <a:moveTo>
                <a:pt x="3358810" y="0"/>
              </a:moveTo>
              <a:lnTo>
                <a:pt x="3358810" y="116586"/>
              </a:lnTo>
              <a:lnTo>
                <a:pt x="0" y="116586"/>
              </a:lnTo>
              <a:lnTo>
                <a:pt x="0" y="233173"/>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87C602-B5B7-4FD2-A240-8EB04DC460F0}">
      <dsp:nvSpPr>
        <dsp:cNvPr id="0" name=""/>
        <dsp:cNvSpPr/>
      </dsp:nvSpPr>
      <dsp:spPr>
        <a:xfrm>
          <a:off x="555464" y="2354973"/>
          <a:ext cx="4702335" cy="233173"/>
        </a:xfrm>
        <a:custGeom>
          <a:avLst/>
          <a:gdLst/>
          <a:ahLst/>
          <a:cxnLst/>
          <a:rect l="0" t="0" r="0" b="0"/>
          <a:pathLst>
            <a:path>
              <a:moveTo>
                <a:pt x="4702335" y="0"/>
              </a:moveTo>
              <a:lnTo>
                <a:pt x="4702335" y="116586"/>
              </a:lnTo>
              <a:lnTo>
                <a:pt x="0" y="116586"/>
              </a:lnTo>
              <a:lnTo>
                <a:pt x="0" y="233173"/>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FB72C5-52AC-4CE4-A81C-88DD5CD3A580}">
      <dsp:nvSpPr>
        <dsp:cNvPr id="0" name=""/>
        <dsp:cNvSpPr/>
      </dsp:nvSpPr>
      <dsp:spPr>
        <a:xfrm>
          <a:off x="4381477" y="779463"/>
          <a:ext cx="1752644" cy="1575509"/>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b="0" kern="1200" dirty="0"/>
            <a:t>“</a:t>
          </a:r>
          <a:r>
            <a:rPr lang="en-US" sz="500" b="1" kern="1200" dirty="0">
              <a:hlinkClick xmlns:r="http://schemas.openxmlformats.org/officeDocument/2006/relationships" r:id="rId1"/>
            </a:rPr>
            <a:t>The gospel is the announcement </a:t>
          </a:r>
          <a:r>
            <a:rPr lang="en-US" sz="500" b="0" kern="1200" dirty="0">
              <a:hlinkClick xmlns:r="http://schemas.openxmlformats.org/officeDocument/2006/relationships" r:id="rId1"/>
            </a:rPr>
            <a:t>or proclamation of Jesus as the long-awaited Messiah of Israel’s hope who through his life, death, burial, resurrection, and ascension conquers sin and death—personal, systemic—in order to unleash the redemption of God—that is, the kingdom of God, for the transformation of humans and systems.</a:t>
          </a:r>
          <a:r>
            <a:rPr lang="en-US" sz="500" b="0" kern="1200" dirty="0"/>
            <a:t>”(28)</a:t>
          </a:r>
        </a:p>
        <a:p>
          <a:pPr marL="0" lvl="0" indent="0" algn="l" defTabSz="222250">
            <a:lnSpc>
              <a:spcPct val="90000"/>
            </a:lnSpc>
            <a:spcBef>
              <a:spcPct val="0"/>
            </a:spcBef>
            <a:spcAft>
              <a:spcPct val="35000"/>
            </a:spcAft>
            <a:buNone/>
          </a:pPr>
          <a:r>
            <a:rPr lang="en-US" sz="500" i="1" kern="1200" dirty="0"/>
            <a:t>Implicit:</a:t>
          </a:r>
          <a:br>
            <a:rPr lang="en-US" sz="500" i="1" kern="1200" dirty="0"/>
          </a:br>
          <a:r>
            <a:rPr lang="en-US" sz="500" i="1" kern="1200" dirty="0"/>
            <a:t>1) The gospel is an announcement, which content includes:</a:t>
          </a:r>
          <a:br>
            <a:rPr lang="en-US" sz="500" i="1" kern="1200" dirty="0"/>
          </a:br>
          <a:r>
            <a:rPr lang="en-US" sz="500" i="1" kern="1200" dirty="0"/>
            <a:t>2) Jesus is the long-awaited Messiah/King(37)</a:t>
          </a:r>
          <a:br>
            <a:rPr lang="en-US" sz="500" i="1" kern="1200" dirty="0"/>
          </a:br>
          <a:r>
            <a:rPr lang="en-US" sz="500" i="1" kern="1200" dirty="0"/>
            <a:t>3) Jesus conquers sin and death – personal and systemic</a:t>
          </a:r>
          <a:br>
            <a:rPr lang="en-US" sz="500" i="1" kern="1200" dirty="0"/>
          </a:br>
          <a:r>
            <a:rPr lang="en-US" sz="500" i="1" kern="1200" dirty="0"/>
            <a:t>4) The means of this conquest is his life, death, burial and resurrection.</a:t>
          </a:r>
        </a:p>
        <a:p>
          <a:pPr marL="0" lvl="0" indent="0" algn="l" defTabSz="222250">
            <a:lnSpc>
              <a:spcPct val="90000"/>
            </a:lnSpc>
            <a:spcBef>
              <a:spcPct val="0"/>
            </a:spcBef>
            <a:spcAft>
              <a:spcPct val="35000"/>
            </a:spcAft>
            <a:buNone/>
          </a:pPr>
          <a:r>
            <a:rPr lang="en-US" sz="500" i="1" kern="1200" dirty="0"/>
            <a:t>5) The whole purpose is to unleash the redemption of God</a:t>
          </a:r>
        </a:p>
        <a:p>
          <a:pPr marL="0" lvl="0" indent="0" algn="l" defTabSz="222250">
            <a:lnSpc>
              <a:spcPct val="90000"/>
            </a:lnSpc>
            <a:spcBef>
              <a:spcPct val="0"/>
            </a:spcBef>
            <a:spcAft>
              <a:spcPct val="35000"/>
            </a:spcAft>
            <a:buNone/>
          </a:pPr>
          <a:r>
            <a:rPr lang="en-US" sz="500" i="1" kern="1200" dirty="0"/>
            <a:t>6) The redemption of God is equivalent to the kingdom of God, which purpose is to transform human and system.</a:t>
          </a:r>
        </a:p>
      </dsp:txBody>
      <dsp:txXfrm>
        <a:off x="4381477" y="779463"/>
        <a:ext cx="1752644" cy="1575509"/>
      </dsp:txXfrm>
    </dsp:sp>
    <dsp:sp modelId="{CA0FBBB3-C5BF-442A-BC4A-E90F1259051A}">
      <dsp:nvSpPr>
        <dsp:cNvPr id="0" name=""/>
        <dsp:cNvSpPr/>
      </dsp:nvSpPr>
      <dsp:spPr>
        <a:xfrm>
          <a:off x="288" y="2588147"/>
          <a:ext cx="1110350" cy="55517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kern="1200" dirty="0"/>
            <a:t>“</a:t>
          </a:r>
          <a:r>
            <a:rPr lang="en-US" sz="500" b="1" kern="1200" dirty="0"/>
            <a:t>The solution Jesus offers to the Galileans and Judeans of his day was the kingdom</a:t>
          </a:r>
          <a:r>
            <a:rPr lang="en-US" sz="500" kern="1200" dirty="0"/>
            <a:t> … More than one hundred times this word is found in the Synoptic Gospels, even if it is rendered into ‘life’ and ‘eternal life’ in the Fourth Gospel.”(28)</a:t>
          </a:r>
          <a:endParaRPr lang="en-US" sz="500" i="1" kern="1200" dirty="0"/>
        </a:p>
      </dsp:txBody>
      <dsp:txXfrm>
        <a:off x="288" y="2588147"/>
        <a:ext cx="1110350" cy="555175"/>
      </dsp:txXfrm>
    </dsp:sp>
    <dsp:sp modelId="{BF2FDE83-0828-4FAF-9A72-2886525ACB3B}">
      <dsp:nvSpPr>
        <dsp:cNvPr id="0" name=""/>
        <dsp:cNvSpPr/>
      </dsp:nvSpPr>
      <dsp:spPr>
        <a:xfrm>
          <a:off x="1343813" y="2588147"/>
          <a:ext cx="1110350" cy="55517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kern="1200" dirty="0"/>
            <a:t> this king and his kingdom should not be reduced to personal redemption, but it also should not minimize it either.(30)</a:t>
          </a:r>
        </a:p>
      </dsp:txBody>
      <dsp:txXfrm>
        <a:off x="1343813" y="2588147"/>
        <a:ext cx="1110350" cy="555175"/>
      </dsp:txXfrm>
    </dsp:sp>
    <dsp:sp modelId="{33BBF254-C2F0-44F5-9471-2D176A9265F2}">
      <dsp:nvSpPr>
        <dsp:cNvPr id="0" name=""/>
        <dsp:cNvSpPr/>
      </dsp:nvSpPr>
      <dsp:spPr>
        <a:xfrm>
          <a:off x="2687337" y="2588147"/>
          <a:ext cx="1110350" cy="94509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kern="1200" dirty="0"/>
            <a:t>“the beginning of the gospel about Jesus the Messiah, the Son of God… </a:t>
          </a:r>
        </a:p>
        <a:p>
          <a:pPr marL="0" lvl="0" indent="0" algn="l" defTabSz="222250">
            <a:lnSpc>
              <a:spcPct val="90000"/>
            </a:lnSpc>
            <a:spcBef>
              <a:spcPct val="0"/>
            </a:spcBef>
            <a:spcAft>
              <a:spcPct val="35000"/>
            </a:spcAft>
            <a:buNone/>
          </a:pPr>
          <a:r>
            <a:rPr lang="en-US" sz="500" kern="1200" dirty="0"/>
            <a:t>“The time has come,” he said. “The kingdom of God has come near. Repent and believe the good news!” </a:t>
          </a:r>
        </a:p>
        <a:p>
          <a:pPr marL="0" lvl="0" indent="0" algn="l" defTabSz="222250">
            <a:lnSpc>
              <a:spcPct val="90000"/>
            </a:lnSpc>
            <a:spcBef>
              <a:spcPct val="0"/>
            </a:spcBef>
            <a:spcAft>
              <a:spcPct val="35000"/>
            </a:spcAft>
            <a:buNone/>
          </a:pPr>
          <a:r>
            <a:rPr lang="en-US" sz="500" kern="1200" dirty="0"/>
            <a:t>Jesus summons his audience (Galileans are in view) to turn in repentance and to trust in the “gospel” or “good news,” which in this context is surely the good news of the arrival or inauguration of the kingdom of God (cf. 1:14).”(34)</a:t>
          </a:r>
        </a:p>
      </dsp:txBody>
      <dsp:txXfrm>
        <a:off x="2687337" y="2588147"/>
        <a:ext cx="1110350" cy="945097"/>
      </dsp:txXfrm>
    </dsp:sp>
    <dsp:sp modelId="{285B0EAA-F3D5-4A71-8B3D-34387649837D}">
      <dsp:nvSpPr>
        <dsp:cNvPr id="0" name=""/>
        <dsp:cNvSpPr/>
      </dsp:nvSpPr>
      <dsp:spPr>
        <a:xfrm>
          <a:off x="4030861" y="2588147"/>
          <a:ext cx="1110350" cy="765448"/>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kern="1200" dirty="0"/>
            <a:t> “The Gospel according to . . .” ought to have taught us that the gospel itself is on display.(35)</a:t>
          </a:r>
        </a:p>
      </dsp:txBody>
      <dsp:txXfrm>
        <a:off x="4030861" y="2588147"/>
        <a:ext cx="1110350" cy="765448"/>
      </dsp:txXfrm>
    </dsp:sp>
    <dsp:sp modelId="{46D5DD79-264F-4E68-B41E-06DFBB21945A}">
      <dsp:nvSpPr>
        <dsp:cNvPr id="0" name=""/>
        <dsp:cNvSpPr/>
      </dsp:nvSpPr>
      <dsp:spPr>
        <a:xfrm>
          <a:off x="5374386" y="2588147"/>
          <a:ext cx="1110350" cy="67568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kern="1200" dirty="0"/>
            <a:t> </a:t>
          </a:r>
        </a:p>
        <a:p>
          <a:pPr marL="0" lvl="0" indent="0" algn="l" defTabSz="222250">
            <a:lnSpc>
              <a:spcPct val="90000"/>
            </a:lnSpc>
            <a:spcBef>
              <a:spcPct val="0"/>
            </a:spcBef>
            <a:spcAft>
              <a:spcPct val="35000"/>
            </a:spcAft>
            <a:buNone/>
          </a:pPr>
          <a:r>
            <a:rPr lang="en-US" sz="500" kern="1200" dirty="0"/>
            <a:t>The gospel sermons of Acts, it is now clear, were </a:t>
          </a:r>
          <a:r>
            <a:rPr lang="en-US" sz="500" kern="1200" dirty="0" err="1"/>
            <a:t>gospeling</a:t>
          </a:r>
          <a:r>
            <a:rPr lang="en-US" sz="500" kern="1200" dirty="0"/>
            <a:t> sermons that sought to persuade people about the identity of Jesus of Galilee as the true Messiah and Lord. When the gospel was reduced to its basic terms, those terms were identity terms about Jesus.(37)</a:t>
          </a:r>
        </a:p>
      </dsp:txBody>
      <dsp:txXfrm>
        <a:off x="5374386" y="2588147"/>
        <a:ext cx="1110350" cy="675681"/>
      </dsp:txXfrm>
    </dsp:sp>
    <dsp:sp modelId="{CCB7028C-3029-4256-BB5C-68D4622792E3}">
      <dsp:nvSpPr>
        <dsp:cNvPr id="0" name=""/>
        <dsp:cNvSpPr/>
      </dsp:nvSpPr>
      <dsp:spPr>
        <a:xfrm>
          <a:off x="6717910" y="2588147"/>
          <a:ext cx="1110350" cy="55517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kern="1200" dirty="0"/>
            <a:t> The gospel in 1 Corinthians 15 is (1) about Jesus, (2) it fulfills anticipations and promises in the story of Israel, and (3) it brings forgiveness of sins.(38)</a:t>
          </a:r>
        </a:p>
      </dsp:txBody>
      <dsp:txXfrm>
        <a:off x="6717910" y="2588147"/>
        <a:ext cx="1110350" cy="555175"/>
      </dsp:txXfrm>
    </dsp:sp>
    <dsp:sp modelId="{AE48483E-46DE-4CCC-9851-7E9BDF31EEC3}">
      <dsp:nvSpPr>
        <dsp:cNvPr id="0" name=""/>
        <dsp:cNvSpPr/>
      </dsp:nvSpPr>
      <dsp:spPr>
        <a:xfrm>
          <a:off x="8061435" y="2588147"/>
          <a:ext cx="1110350" cy="55517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kern="1200" dirty="0"/>
            <a:t> On 2 Tim2:8-13 “Once again, the gospel’s substance determines the substance of the Christian life, and that substance is all about Jesus. The message in the gospel is a message about Jesus, not us, even if it is also for us.”(39)</a:t>
          </a:r>
        </a:p>
      </dsp:txBody>
      <dsp:txXfrm>
        <a:off x="8061435" y="2588147"/>
        <a:ext cx="1110350" cy="555175"/>
      </dsp:txXfrm>
    </dsp:sp>
    <dsp:sp modelId="{D1CD291F-1416-4F1E-98EB-EFC1B3581216}">
      <dsp:nvSpPr>
        <dsp:cNvPr id="0" name=""/>
        <dsp:cNvSpPr/>
      </dsp:nvSpPr>
      <dsp:spPr>
        <a:xfrm>
          <a:off x="9404959" y="2588147"/>
          <a:ext cx="1110350" cy="55517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 tIns="3175" rIns="3175" bIns="3175" numCol="1" spcCol="1270" anchor="ctr" anchorCtr="0">
          <a:noAutofit/>
        </a:bodyPr>
        <a:lstStyle/>
        <a:p>
          <a:pPr marL="0" lvl="0" indent="0" algn="l" defTabSz="222250">
            <a:lnSpc>
              <a:spcPct val="90000"/>
            </a:lnSpc>
            <a:spcBef>
              <a:spcPct val="0"/>
            </a:spcBef>
            <a:spcAft>
              <a:spcPct val="35000"/>
            </a:spcAft>
            <a:buNone/>
          </a:pPr>
          <a:r>
            <a:rPr lang="en-US" sz="500" kern="1200" dirty="0"/>
            <a:t> “The gospel about Jesus is a message that he has come for all.”(40)</a:t>
          </a:r>
        </a:p>
      </dsp:txBody>
      <dsp:txXfrm>
        <a:off x="9404959" y="2588147"/>
        <a:ext cx="1110350" cy="5551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5079DC-9D07-4CF2-A4B1-8F21F821937F}">
      <dsp:nvSpPr>
        <dsp:cNvPr id="0" name=""/>
        <dsp:cNvSpPr/>
      </dsp:nvSpPr>
      <dsp:spPr>
        <a:xfrm>
          <a:off x="5257799" y="941490"/>
          <a:ext cx="4509155" cy="313032"/>
        </a:xfrm>
        <a:custGeom>
          <a:avLst/>
          <a:gdLst/>
          <a:ahLst/>
          <a:cxnLst/>
          <a:rect l="0" t="0" r="0" b="0"/>
          <a:pathLst>
            <a:path>
              <a:moveTo>
                <a:pt x="0" y="0"/>
              </a:moveTo>
              <a:lnTo>
                <a:pt x="0" y="156516"/>
              </a:lnTo>
              <a:lnTo>
                <a:pt x="4509155" y="156516"/>
              </a:lnTo>
              <a:lnTo>
                <a:pt x="4509155" y="31303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C3E4754-24EC-4A0F-8308-0110811FDE43}">
      <dsp:nvSpPr>
        <dsp:cNvPr id="0" name=""/>
        <dsp:cNvSpPr/>
      </dsp:nvSpPr>
      <dsp:spPr>
        <a:xfrm>
          <a:off x="5257799" y="941490"/>
          <a:ext cx="2705493" cy="313032"/>
        </a:xfrm>
        <a:custGeom>
          <a:avLst/>
          <a:gdLst/>
          <a:ahLst/>
          <a:cxnLst/>
          <a:rect l="0" t="0" r="0" b="0"/>
          <a:pathLst>
            <a:path>
              <a:moveTo>
                <a:pt x="0" y="0"/>
              </a:moveTo>
              <a:lnTo>
                <a:pt x="0" y="156516"/>
              </a:lnTo>
              <a:lnTo>
                <a:pt x="2705493" y="156516"/>
              </a:lnTo>
              <a:lnTo>
                <a:pt x="2705493" y="31303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94BF0F-1530-41FF-9AFB-3B21D17C77A7}">
      <dsp:nvSpPr>
        <dsp:cNvPr id="0" name=""/>
        <dsp:cNvSpPr/>
      </dsp:nvSpPr>
      <dsp:spPr>
        <a:xfrm>
          <a:off x="5257799" y="941490"/>
          <a:ext cx="901831" cy="313032"/>
        </a:xfrm>
        <a:custGeom>
          <a:avLst/>
          <a:gdLst/>
          <a:ahLst/>
          <a:cxnLst/>
          <a:rect l="0" t="0" r="0" b="0"/>
          <a:pathLst>
            <a:path>
              <a:moveTo>
                <a:pt x="0" y="0"/>
              </a:moveTo>
              <a:lnTo>
                <a:pt x="0" y="156516"/>
              </a:lnTo>
              <a:lnTo>
                <a:pt x="901831" y="156516"/>
              </a:lnTo>
              <a:lnTo>
                <a:pt x="901831" y="31303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B1491B-DAD2-488D-8E53-6D217FB67A10}">
      <dsp:nvSpPr>
        <dsp:cNvPr id="0" name=""/>
        <dsp:cNvSpPr/>
      </dsp:nvSpPr>
      <dsp:spPr>
        <a:xfrm>
          <a:off x="4355968" y="941490"/>
          <a:ext cx="901831" cy="313032"/>
        </a:xfrm>
        <a:custGeom>
          <a:avLst/>
          <a:gdLst/>
          <a:ahLst/>
          <a:cxnLst/>
          <a:rect l="0" t="0" r="0" b="0"/>
          <a:pathLst>
            <a:path>
              <a:moveTo>
                <a:pt x="901831" y="0"/>
              </a:moveTo>
              <a:lnTo>
                <a:pt x="901831" y="156516"/>
              </a:lnTo>
              <a:lnTo>
                <a:pt x="0" y="156516"/>
              </a:lnTo>
              <a:lnTo>
                <a:pt x="0" y="31303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A0B8D7-E5FB-46D2-96FA-7C570F1C5B56}">
      <dsp:nvSpPr>
        <dsp:cNvPr id="0" name=""/>
        <dsp:cNvSpPr/>
      </dsp:nvSpPr>
      <dsp:spPr>
        <a:xfrm>
          <a:off x="1956054" y="1999837"/>
          <a:ext cx="223594" cy="1744036"/>
        </a:xfrm>
        <a:custGeom>
          <a:avLst/>
          <a:gdLst/>
          <a:ahLst/>
          <a:cxnLst/>
          <a:rect l="0" t="0" r="0" b="0"/>
          <a:pathLst>
            <a:path>
              <a:moveTo>
                <a:pt x="0" y="0"/>
              </a:moveTo>
              <a:lnTo>
                <a:pt x="0" y="1744036"/>
              </a:lnTo>
              <a:lnTo>
                <a:pt x="223594" y="1744036"/>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E4EC39-105C-42D7-9277-851589B60575}">
      <dsp:nvSpPr>
        <dsp:cNvPr id="0" name=""/>
        <dsp:cNvSpPr/>
      </dsp:nvSpPr>
      <dsp:spPr>
        <a:xfrm>
          <a:off x="1956054" y="1999837"/>
          <a:ext cx="223594" cy="685689"/>
        </a:xfrm>
        <a:custGeom>
          <a:avLst/>
          <a:gdLst/>
          <a:ahLst/>
          <a:cxnLst/>
          <a:rect l="0" t="0" r="0" b="0"/>
          <a:pathLst>
            <a:path>
              <a:moveTo>
                <a:pt x="0" y="0"/>
              </a:moveTo>
              <a:lnTo>
                <a:pt x="0" y="685689"/>
              </a:lnTo>
              <a:lnTo>
                <a:pt x="223594" y="685689"/>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3344BB-5114-4F0D-9BF1-1754B8172255}">
      <dsp:nvSpPr>
        <dsp:cNvPr id="0" name=""/>
        <dsp:cNvSpPr/>
      </dsp:nvSpPr>
      <dsp:spPr>
        <a:xfrm>
          <a:off x="2552306" y="941490"/>
          <a:ext cx="2705493" cy="313032"/>
        </a:xfrm>
        <a:custGeom>
          <a:avLst/>
          <a:gdLst/>
          <a:ahLst/>
          <a:cxnLst/>
          <a:rect l="0" t="0" r="0" b="0"/>
          <a:pathLst>
            <a:path>
              <a:moveTo>
                <a:pt x="2705493" y="0"/>
              </a:moveTo>
              <a:lnTo>
                <a:pt x="2705493" y="156516"/>
              </a:lnTo>
              <a:lnTo>
                <a:pt x="0" y="156516"/>
              </a:lnTo>
              <a:lnTo>
                <a:pt x="0" y="31303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9D8BBB-D534-4026-8FC9-17E5A1026EF6}">
      <dsp:nvSpPr>
        <dsp:cNvPr id="0" name=""/>
        <dsp:cNvSpPr/>
      </dsp:nvSpPr>
      <dsp:spPr>
        <a:xfrm>
          <a:off x="152392" y="1999837"/>
          <a:ext cx="223594" cy="685689"/>
        </a:xfrm>
        <a:custGeom>
          <a:avLst/>
          <a:gdLst/>
          <a:ahLst/>
          <a:cxnLst/>
          <a:rect l="0" t="0" r="0" b="0"/>
          <a:pathLst>
            <a:path>
              <a:moveTo>
                <a:pt x="0" y="0"/>
              </a:moveTo>
              <a:lnTo>
                <a:pt x="0" y="685689"/>
              </a:lnTo>
              <a:lnTo>
                <a:pt x="223594" y="685689"/>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87C602-B5B7-4FD2-A240-8EB04DC460F0}">
      <dsp:nvSpPr>
        <dsp:cNvPr id="0" name=""/>
        <dsp:cNvSpPr/>
      </dsp:nvSpPr>
      <dsp:spPr>
        <a:xfrm>
          <a:off x="748644" y="941490"/>
          <a:ext cx="4509155" cy="313032"/>
        </a:xfrm>
        <a:custGeom>
          <a:avLst/>
          <a:gdLst/>
          <a:ahLst/>
          <a:cxnLst/>
          <a:rect l="0" t="0" r="0" b="0"/>
          <a:pathLst>
            <a:path>
              <a:moveTo>
                <a:pt x="4509155" y="0"/>
              </a:moveTo>
              <a:lnTo>
                <a:pt x="4509155" y="156516"/>
              </a:lnTo>
              <a:lnTo>
                <a:pt x="0" y="156516"/>
              </a:lnTo>
              <a:lnTo>
                <a:pt x="0" y="313032"/>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FB72C5-52AC-4CE4-A81C-88DD5CD3A580}">
      <dsp:nvSpPr>
        <dsp:cNvPr id="0" name=""/>
        <dsp:cNvSpPr/>
      </dsp:nvSpPr>
      <dsp:spPr>
        <a:xfrm>
          <a:off x="4512484" y="196175"/>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a:t>
          </a:r>
          <a:r>
            <a:rPr lang="en-US" sz="600" kern="1200" dirty="0">
              <a:hlinkClick xmlns:r="http://schemas.openxmlformats.org/officeDocument/2006/relationships" r:id="rId1"/>
            </a:rPr>
            <a:t>The good </a:t>
          </a:r>
          <a:r>
            <a:rPr lang="en-US" sz="600" b="1" kern="1200" dirty="0">
              <a:hlinkClick xmlns:r="http://schemas.openxmlformats.org/officeDocument/2006/relationships" r:id="rId1"/>
            </a:rPr>
            <a:t>news is summarized </a:t>
          </a:r>
          <a:r>
            <a:rPr lang="en-US" sz="600" kern="1200" dirty="0">
              <a:hlinkClick xmlns:r="http://schemas.openxmlformats.org/officeDocument/2006/relationships" r:id="rId1"/>
            </a:rPr>
            <a:t>well” by Rev 5:9-10 which is packed with “</a:t>
          </a:r>
          <a:r>
            <a:rPr lang="en-US" sz="600" b="1" kern="1200" dirty="0">
              <a:hlinkClick xmlns:r="http://schemas.openxmlformats.org/officeDocument/2006/relationships" r:id="rId1"/>
            </a:rPr>
            <a:t>the person and work of Christ as prophet</a:t>
          </a:r>
          <a:r>
            <a:rPr lang="en-US" sz="600" kern="1200" dirty="0">
              <a:hlinkClick xmlns:r="http://schemas.openxmlformats.org/officeDocument/2006/relationships" r:id="rId1"/>
            </a:rPr>
            <a:t>, priest , and king, a catholic ecclesiology, and the future consummation of the kingdom.</a:t>
          </a:r>
          <a:r>
            <a:rPr lang="en-US" sz="600" kern="1200" dirty="0"/>
            <a:t>”(63)</a:t>
          </a:r>
        </a:p>
      </dsp:txBody>
      <dsp:txXfrm>
        <a:off x="4512484" y="196175"/>
        <a:ext cx="1490629" cy="745314"/>
      </dsp:txXfrm>
    </dsp:sp>
    <dsp:sp modelId="{CA0FBBB3-C5BF-442A-BC4A-E90F1259051A}">
      <dsp:nvSpPr>
        <dsp:cNvPr id="0" name=""/>
        <dsp:cNvSpPr/>
      </dsp:nvSpPr>
      <dsp:spPr>
        <a:xfrm>
          <a:off x="3329" y="1254522"/>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For Reformers “</a:t>
          </a:r>
          <a:r>
            <a:rPr lang="en-US" sz="600" b="1" kern="1200" dirty="0"/>
            <a:t>the work of Christ has been treated under the </a:t>
          </a:r>
          <a:r>
            <a:rPr lang="en-US" sz="600" kern="1200" dirty="0"/>
            <a:t>integrative rubric of prophet, priest and king” (64, par. 1)</a:t>
          </a:r>
          <a:br>
            <a:rPr lang="en-US" sz="600" kern="1200" dirty="0"/>
          </a:br>
          <a:r>
            <a:rPr lang="en-US" sz="600" kern="1200" dirty="0"/>
            <a:t>“The scope of Scripture is Christ as he is clothed in his gospel”(66, par. 2)</a:t>
          </a:r>
          <a:br>
            <a:rPr lang="en-US" sz="600" kern="1200" dirty="0"/>
          </a:br>
          <a:r>
            <a:rPr lang="en-US" sz="600" i="1" kern="1200" dirty="0"/>
            <a:t>implicit: Such treatment implies that Reformer’s summary of gospel has  this same characteristic.</a:t>
          </a:r>
        </a:p>
      </dsp:txBody>
      <dsp:txXfrm>
        <a:off x="3329" y="1254522"/>
        <a:ext cx="1490629" cy="745314"/>
      </dsp:txXfrm>
    </dsp:sp>
    <dsp:sp modelId="{157DD77E-2582-4757-BD01-AE4745010A91}">
      <dsp:nvSpPr>
        <dsp:cNvPr id="0" name=""/>
        <dsp:cNvSpPr/>
      </dsp:nvSpPr>
      <dsp:spPr>
        <a:xfrm>
          <a:off x="375986" y="2312870"/>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Calvin: “</a:t>
          </a:r>
          <a:r>
            <a:rPr lang="en-US" sz="600" b="1" kern="1200" dirty="0"/>
            <a:t>We see that our whole salvation </a:t>
          </a:r>
          <a:r>
            <a:rPr lang="en-US" sz="600" kern="1200" dirty="0"/>
            <a:t>and all its part are comprehended in Christ” (64, par.3)</a:t>
          </a:r>
        </a:p>
      </dsp:txBody>
      <dsp:txXfrm>
        <a:off x="375986" y="2312870"/>
        <a:ext cx="1490629" cy="745314"/>
      </dsp:txXfrm>
    </dsp:sp>
    <dsp:sp modelId="{BF2FDE83-0828-4FAF-9A72-2886525ACB3B}">
      <dsp:nvSpPr>
        <dsp:cNvPr id="0" name=""/>
        <dsp:cNvSpPr/>
      </dsp:nvSpPr>
      <dsp:spPr>
        <a:xfrm>
          <a:off x="1806991" y="1254522"/>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a:t>
          </a:r>
          <a:r>
            <a:rPr lang="en-US" sz="600" b="1" kern="1200" dirty="0"/>
            <a:t>Alternatives to the so-called </a:t>
          </a:r>
          <a:r>
            <a:rPr lang="en-US" sz="600" kern="1200" dirty="0"/>
            <a:t>Reformation Gospel are reductionistic in their view of the plight and solution”(65, par.2) </a:t>
          </a:r>
          <a:br>
            <a:rPr lang="en-US" sz="600" kern="1200" dirty="0"/>
          </a:br>
          <a:r>
            <a:rPr lang="en-US" sz="600" i="1" kern="1200" dirty="0"/>
            <a:t>implicit: Reformer’s Gospel summarizes the full view of plight and solution</a:t>
          </a:r>
          <a:endParaRPr lang="en-US" sz="600" kern="1200" dirty="0"/>
        </a:p>
      </dsp:txBody>
      <dsp:txXfrm>
        <a:off x="1806991" y="1254522"/>
        <a:ext cx="1490629" cy="745314"/>
      </dsp:txXfrm>
    </dsp:sp>
    <dsp:sp modelId="{51C3063E-C64D-4244-B222-8898007C926C}">
      <dsp:nvSpPr>
        <dsp:cNvPr id="0" name=""/>
        <dsp:cNvSpPr/>
      </dsp:nvSpPr>
      <dsp:spPr>
        <a:xfrm>
          <a:off x="2179648" y="2312870"/>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“The </a:t>
          </a:r>
          <a:r>
            <a:rPr lang="en-US" sz="600" b="1" kern="1200" dirty="0"/>
            <a:t>curse resulting from the fall </a:t>
          </a:r>
          <a:r>
            <a:rPr lang="en-US" sz="600" kern="1200" dirty="0"/>
            <a:t>is all-</a:t>
          </a:r>
          <a:r>
            <a:rPr lang="en-US" sz="600" kern="1200" dirty="0" err="1"/>
            <a:t>emcompassing</a:t>
          </a:r>
          <a:r>
            <a:rPr lang="en-US" sz="600" kern="1200" dirty="0"/>
            <a:t>” (65, par. 3)</a:t>
          </a:r>
          <a:br>
            <a:rPr lang="en-US" sz="600" kern="1200" dirty="0"/>
          </a:br>
          <a:r>
            <a:rPr lang="en-US" sz="600" i="1" kern="1200" dirty="0"/>
            <a:t>Implicit: The root cause of all plights is the fall.</a:t>
          </a:r>
          <a:endParaRPr lang="en-US" sz="600" kern="1200" dirty="0"/>
        </a:p>
      </dsp:txBody>
      <dsp:txXfrm>
        <a:off x="2179648" y="2312870"/>
        <a:ext cx="1490629" cy="745314"/>
      </dsp:txXfrm>
    </dsp:sp>
    <dsp:sp modelId="{10168F99-8F58-415A-A4A9-89C463B6D2BF}">
      <dsp:nvSpPr>
        <dsp:cNvPr id="0" name=""/>
        <dsp:cNvSpPr/>
      </dsp:nvSpPr>
      <dsp:spPr>
        <a:xfrm>
          <a:off x="2179648" y="3371217"/>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a:t>
          </a:r>
          <a:r>
            <a:rPr lang="en-US" sz="600" b="1" kern="1200" dirty="0"/>
            <a:t>Christ himself is the </a:t>
          </a:r>
          <a:r>
            <a:rPr lang="en-US" sz="600" b="1" kern="1200"/>
            <a:t>solution </a:t>
          </a:r>
          <a:r>
            <a:rPr lang="en-US" sz="600" kern="1200"/>
            <a:t>the </a:t>
          </a:r>
          <a:r>
            <a:rPr lang="en-US" sz="600" kern="1200" dirty="0"/>
            <a:t>extensiveness of the curse”(66, par. 12)</a:t>
          </a:r>
        </a:p>
      </dsp:txBody>
      <dsp:txXfrm>
        <a:off x="2179648" y="3371217"/>
        <a:ext cx="1490629" cy="745314"/>
      </dsp:txXfrm>
    </dsp:sp>
    <dsp:sp modelId="{910E1F31-96A5-4AE6-96EF-239FABEED9BA}">
      <dsp:nvSpPr>
        <dsp:cNvPr id="0" name=""/>
        <dsp:cNvSpPr/>
      </dsp:nvSpPr>
      <dsp:spPr>
        <a:xfrm>
          <a:off x="3610653" y="1254522"/>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“However, </a:t>
          </a:r>
          <a:r>
            <a:rPr lang="en-US" sz="600" b="1" kern="1200" dirty="0"/>
            <a:t>apart from the justification of the ungodly</a:t>
          </a:r>
          <a:r>
            <a:rPr lang="en-US" sz="600" kern="1200" dirty="0"/>
            <a:t>, even the most majestic facets become condemning law for me as a sinner”(67, par. 2)</a:t>
          </a:r>
          <a:br>
            <a:rPr lang="en-US" sz="600" kern="1200" dirty="0"/>
          </a:br>
          <a:r>
            <a:rPr lang="en-US" sz="600" i="1" kern="1200" dirty="0"/>
            <a:t>Implicit: Gospel summary must have justification front and center, as without justification, we have condemnation, not good news.</a:t>
          </a:r>
          <a:endParaRPr lang="en-US" sz="600" kern="1200" dirty="0"/>
        </a:p>
      </dsp:txBody>
      <dsp:txXfrm>
        <a:off x="3610653" y="1254522"/>
        <a:ext cx="1490629" cy="745314"/>
      </dsp:txXfrm>
    </dsp:sp>
    <dsp:sp modelId="{33BBF254-C2F0-44F5-9471-2D176A9265F2}">
      <dsp:nvSpPr>
        <dsp:cNvPr id="0" name=""/>
        <dsp:cNvSpPr/>
      </dsp:nvSpPr>
      <dsp:spPr>
        <a:xfrm>
          <a:off x="5414315" y="1254522"/>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a:t>
          </a:r>
          <a:r>
            <a:rPr lang="en-US" sz="600" b="1" kern="1200" dirty="0"/>
            <a:t>Through all these events </a:t>
          </a:r>
          <a:r>
            <a:rPr lang="en-US" sz="600" kern="1200" dirty="0"/>
            <a:t>in Christ’s life, those who are united to him are forgiven, justified, sanctified and glorified. Consequently, the gospel cannot be reduced to justification.”(67f, par.1 )</a:t>
          </a:r>
          <a:br>
            <a:rPr lang="en-US" sz="600" kern="1200" dirty="0"/>
          </a:br>
          <a:r>
            <a:rPr lang="en-US" sz="600" i="1" kern="1200" dirty="0"/>
            <a:t>Implicit: All of Christ’s life need to be included in the gospel, including justification but not only justification. </a:t>
          </a:r>
          <a:endParaRPr lang="en-US" sz="600" kern="1200" dirty="0"/>
        </a:p>
      </dsp:txBody>
      <dsp:txXfrm>
        <a:off x="5414315" y="1254522"/>
        <a:ext cx="1490629" cy="745314"/>
      </dsp:txXfrm>
    </dsp:sp>
    <dsp:sp modelId="{285B0EAA-F3D5-4A71-8B3D-34387649837D}">
      <dsp:nvSpPr>
        <dsp:cNvPr id="0" name=""/>
        <dsp:cNvSpPr/>
      </dsp:nvSpPr>
      <dsp:spPr>
        <a:xfrm>
          <a:off x="7217977" y="1254522"/>
          <a:ext cx="1490629" cy="102760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l" defTabSz="266700">
            <a:lnSpc>
              <a:spcPct val="90000"/>
            </a:lnSpc>
            <a:spcBef>
              <a:spcPct val="0"/>
            </a:spcBef>
            <a:spcAft>
              <a:spcPct val="35000"/>
            </a:spcAft>
            <a:buNone/>
          </a:pPr>
          <a:r>
            <a:rPr lang="en-US" sz="600" kern="1200" dirty="0"/>
            <a:t>“Is it the Old Testament, first-century Judea, the Roman imperial cult, human sin and fallenness, the Reformation, the surrounding culture, or experience of the oppression? Again, I </a:t>
          </a:r>
          <a:r>
            <a:rPr lang="en-US" sz="600" b="1" kern="1200" dirty="0"/>
            <a:t>find myself wanting to answer</a:t>
          </a:r>
          <a:r>
            <a:rPr lang="en-US" sz="600" kern="1200" dirty="0"/>
            <a:t>: ‘yes.’ Like all Christian doctrines, justification has s reception history. However, it is a context, not a norm.”(68, par. 3)</a:t>
          </a:r>
          <a:br>
            <a:rPr lang="en-US" sz="600" kern="1200" dirty="0"/>
          </a:br>
          <a:r>
            <a:rPr lang="en-US" sz="600" kern="1200" dirty="0"/>
            <a:t>“The primary context, then, is the history of the </a:t>
          </a:r>
          <a:r>
            <a:rPr lang="en-US" sz="600" b="1" kern="1200" dirty="0"/>
            <a:t>covenant of grace</a:t>
          </a:r>
          <a:r>
            <a:rPr lang="en-US" sz="600" kern="1200" dirty="0"/>
            <a:t>”(71, par.4)</a:t>
          </a:r>
          <a:br>
            <a:rPr lang="en-US" sz="600" kern="1200" dirty="0"/>
          </a:br>
          <a:r>
            <a:rPr lang="en-US" sz="600" i="1" kern="1200" dirty="0"/>
            <a:t>Implicit: these elements should not be the norm of the gospel.</a:t>
          </a:r>
          <a:endParaRPr lang="en-US" sz="600" kern="1200" dirty="0"/>
        </a:p>
      </dsp:txBody>
      <dsp:txXfrm>
        <a:off x="7217977" y="1254522"/>
        <a:ext cx="1490629" cy="1027602"/>
      </dsp:txXfrm>
    </dsp:sp>
    <dsp:sp modelId="{46D5DD79-264F-4E68-B41E-06DFBB21945A}">
      <dsp:nvSpPr>
        <dsp:cNvPr id="0" name=""/>
        <dsp:cNvSpPr/>
      </dsp:nvSpPr>
      <dsp:spPr>
        <a:xfrm>
          <a:off x="9021639" y="1254522"/>
          <a:ext cx="1490629" cy="74531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 tIns="3810" rIns="3810" bIns="3810" numCol="1" spcCol="1270" anchor="ctr" anchorCtr="0">
          <a:noAutofit/>
        </a:bodyPr>
        <a:lstStyle/>
        <a:p>
          <a:pPr marL="0" lvl="0" indent="0" algn="ctr" defTabSz="266700">
            <a:lnSpc>
              <a:spcPct val="90000"/>
            </a:lnSpc>
            <a:spcBef>
              <a:spcPct val="0"/>
            </a:spcBef>
            <a:spcAft>
              <a:spcPct val="35000"/>
            </a:spcAft>
            <a:buNone/>
          </a:pPr>
          <a:r>
            <a:rPr lang="en-US" sz="600" kern="1200" dirty="0"/>
            <a:t>“The </a:t>
          </a:r>
          <a:r>
            <a:rPr lang="en-US" sz="600" b="1" kern="1200" dirty="0"/>
            <a:t>gospel is an announce</a:t>
          </a:r>
          <a:r>
            <a:rPr lang="en-US" sz="600" b="0" kern="1200" dirty="0"/>
            <a:t>ment</a:t>
          </a:r>
          <a:r>
            <a:rPr lang="en-US" sz="600" b="1" kern="1200" dirty="0"/>
            <a:t> </a:t>
          </a:r>
          <a:r>
            <a:rPr lang="en-US" sz="600" kern="1200" dirty="0"/>
            <a:t>that God has fulfilled his pledge”(74, par 1)</a:t>
          </a:r>
          <a:br>
            <a:rPr lang="en-US" sz="600" kern="1200" dirty="0"/>
          </a:br>
          <a:r>
            <a:rPr lang="en-US" sz="600" i="1" kern="1200" dirty="0"/>
            <a:t>Implicit: Rev 5:9-120 is an announcement that God has fulfilled his pledge</a:t>
          </a:r>
          <a:endParaRPr lang="en-US" sz="600" kern="1200" dirty="0"/>
        </a:p>
      </dsp:txBody>
      <dsp:txXfrm>
        <a:off x="9021639" y="1254522"/>
        <a:ext cx="1490629" cy="7453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8E6A11-3771-4FAE-AA8E-7EE1D56893C9}">
      <dsp:nvSpPr>
        <dsp:cNvPr id="0" name=""/>
        <dsp:cNvSpPr/>
      </dsp:nvSpPr>
      <dsp:spPr>
        <a:xfrm>
          <a:off x="5257799" y="1437688"/>
          <a:ext cx="4117941" cy="476455"/>
        </a:xfrm>
        <a:custGeom>
          <a:avLst/>
          <a:gdLst/>
          <a:ahLst/>
          <a:cxnLst/>
          <a:rect l="0" t="0" r="0" b="0"/>
          <a:pathLst>
            <a:path>
              <a:moveTo>
                <a:pt x="0" y="0"/>
              </a:moveTo>
              <a:lnTo>
                <a:pt x="0" y="238227"/>
              </a:lnTo>
              <a:lnTo>
                <a:pt x="4117941" y="238227"/>
              </a:lnTo>
              <a:lnTo>
                <a:pt x="4117941" y="47645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B1491B-DAD2-488D-8E53-6D217FB67A10}">
      <dsp:nvSpPr>
        <dsp:cNvPr id="0" name=""/>
        <dsp:cNvSpPr/>
      </dsp:nvSpPr>
      <dsp:spPr>
        <a:xfrm>
          <a:off x="5257799" y="1437688"/>
          <a:ext cx="1372647" cy="476455"/>
        </a:xfrm>
        <a:custGeom>
          <a:avLst/>
          <a:gdLst/>
          <a:ahLst/>
          <a:cxnLst/>
          <a:rect l="0" t="0" r="0" b="0"/>
          <a:pathLst>
            <a:path>
              <a:moveTo>
                <a:pt x="0" y="0"/>
              </a:moveTo>
              <a:lnTo>
                <a:pt x="0" y="238227"/>
              </a:lnTo>
              <a:lnTo>
                <a:pt x="1372647" y="238227"/>
              </a:lnTo>
              <a:lnTo>
                <a:pt x="1372647" y="47645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3344BB-5114-4F0D-9BF1-1754B8172255}">
      <dsp:nvSpPr>
        <dsp:cNvPr id="0" name=""/>
        <dsp:cNvSpPr/>
      </dsp:nvSpPr>
      <dsp:spPr>
        <a:xfrm>
          <a:off x="3885152" y="1437688"/>
          <a:ext cx="1372647" cy="476455"/>
        </a:xfrm>
        <a:custGeom>
          <a:avLst/>
          <a:gdLst/>
          <a:ahLst/>
          <a:cxnLst/>
          <a:rect l="0" t="0" r="0" b="0"/>
          <a:pathLst>
            <a:path>
              <a:moveTo>
                <a:pt x="1372647" y="0"/>
              </a:moveTo>
              <a:lnTo>
                <a:pt x="1372647" y="238227"/>
              </a:lnTo>
              <a:lnTo>
                <a:pt x="0" y="238227"/>
              </a:lnTo>
              <a:lnTo>
                <a:pt x="0" y="47645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87C602-B5B7-4FD2-A240-8EB04DC460F0}">
      <dsp:nvSpPr>
        <dsp:cNvPr id="0" name=""/>
        <dsp:cNvSpPr/>
      </dsp:nvSpPr>
      <dsp:spPr>
        <a:xfrm>
          <a:off x="1139858" y="1437688"/>
          <a:ext cx="4117941" cy="476455"/>
        </a:xfrm>
        <a:custGeom>
          <a:avLst/>
          <a:gdLst/>
          <a:ahLst/>
          <a:cxnLst/>
          <a:rect l="0" t="0" r="0" b="0"/>
          <a:pathLst>
            <a:path>
              <a:moveTo>
                <a:pt x="4117941" y="0"/>
              </a:moveTo>
              <a:lnTo>
                <a:pt x="4117941" y="238227"/>
              </a:lnTo>
              <a:lnTo>
                <a:pt x="0" y="238227"/>
              </a:lnTo>
              <a:lnTo>
                <a:pt x="0" y="47645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FB72C5-52AC-4CE4-A81C-88DD5CD3A580}">
      <dsp:nvSpPr>
        <dsp:cNvPr id="0" name=""/>
        <dsp:cNvSpPr/>
      </dsp:nvSpPr>
      <dsp:spPr>
        <a:xfrm>
          <a:off x="4123380" y="303269"/>
          <a:ext cx="2268838" cy="1134419"/>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l" defTabSz="355600">
            <a:lnSpc>
              <a:spcPct val="90000"/>
            </a:lnSpc>
            <a:spcBef>
              <a:spcPct val="0"/>
            </a:spcBef>
            <a:spcAft>
              <a:spcPct val="35000"/>
            </a:spcAft>
            <a:buNone/>
          </a:pPr>
          <a:r>
            <a:rPr lang="en-US" sz="800" kern="1200" dirty="0"/>
            <a:t>“</a:t>
          </a:r>
          <a:r>
            <a:rPr lang="en-US" sz="800" b="1" kern="1200" dirty="0">
              <a:hlinkClick xmlns:r="http://schemas.openxmlformats.org/officeDocument/2006/relationships" r:id="rId1"/>
            </a:rPr>
            <a:t>By God’s grace from start to finish</a:t>
          </a:r>
          <a:r>
            <a:rPr lang="en-US" sz="800" kern="1200" dirty="0">
              <a:hlinkClick xmlns:r="http://schemas.openxmlformats.org/officeDocument/2006/relationships" r:id="rId1"/>
            </a:rPr>
            <a:t>, those who trust in Jesus Christ are saved from the guilt and penalty of their former sins, renewed in God’s image, and empowered by the Holy Spirit to love and serve God and neighbor in true holiness all the remaining days of their lives.</a:t>
          </a:r>
          <a:r>
            <a:rPr lang="en-US" sz="800" kern="1200" dirty="0"/>
            <a:t>”(108)</a:t>
          </a:r>
        </a:p>
        <a:p>
          <a:pPr marL="0" lvl="0" indent="0" algn="l" defTabSz="355600">
            <a:lnSpc>
              <a:spcPct val="90000"/>
            </a:lnSpc>
            <a:spcBef>
              <a:spcPct val="0"/>
            </a:spcBef>
            <a:spcAft>
              <a:spcPct val="35000"/>
            </a:spcAft>
            <a:buNone/>
          </a:pPr>
          <a:r>
            <a:rPr lang="en-US" sz="800" i="1" kern="1200" dirty="0"/>
            <a:t>Implicit: This </a:t>
          </a:r>
          <a:r>
            <a:rPr lang="en-US" sz="800" i="1" kern="1200" dirty="0" err="1"/>
            <a:t>Desilva’s</a:t>
          </a:r>
          <a:r>
            <a:rPr lang="en-US" sz="800" i="1" kern="1200" dirty="0"/>
            <a:t> answer for an opening definition.</a:t>
          </a:r>
        </a:p>
      </dsp:txBody>
      <dsp:txXfrm>
        <a:off x="4123380" y="303269"/>
        <a:ext cx="2268838" cy="1134419"/>
      </dsp:txXfrm>
    </dsp:sp>
    <dsp:sp modelId="{CA0FBBB3-C5BF-442A-BC4A-E90F1259051A}">
      <dsp:nvSpPr>
        <dsp:cNvPr id="0" name=""/>
        <dsp:cNvSpPr/>
      </dsp:nvSpPr>
      <dsp:spPr>
        <a:xfrm>
          <a:off x="5439" y="1914144"/>
          <a:ext cx="2268838" cy="1134419"/>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l" defTabSz="355600">
            <a:lnSpc>
              <a:spcPct val="90000"/>
            </a:lnSpc>
            <a:spcBef>
              <a:spcPct val="0"/>
            </a:spcBef>
            <a:spcAft>
              <a:spcPct val="35000"/>
            </a:spcAft>
            <a:buNone/>
          </a:pPr>
          <a:r>
            <a:rPr lang="en-US" sz="800" i="0" kern="1200" dirty="0"/>
            <a:t>“ his[Wesley’s] ministers should ‘</a:t>
          </a:r>
          <a:r>
            <a:rPr lang="en-US" sz="800" b="1" i="0" kern="1200" dirty="0"/>
            <a:t>preach the whole gospel</a:t>
          </a:r>
          <a:r>
            <a:rPr lang="en-US" sz="800" i="0" kern="1200" dirty="0"/>
            <a:t>, even justification and sanctification, preparatory to glory,’”</a:t>
          </a:r>
        </a:p>
        <a:p>
          <a:pPr marL="0" lvl="0" indent="0" algn="l" defTabSz="355600">
            <a:lnSpc>
              <a:spcPct val="90000"/>
            </a:lnSpc>
            <a:spcBef>
              <a:spcPct val="0"/>
            </a:spcBef>
            <a:spcAft>
              <a:spcPct val="35000"/>
            </a:spcAft>
            <a:buNone/>
          </a:pPr>
          <a:r>
            <a:rPr lang="en-US" sz="800" i="1" kern="1200" dirty="0"/>
            <a:t>Implicit: listed elements completes the definition of gospel.</a:t>
          </a:r>
        </a:p>
      </dsp:txBody>
      <dsp:txXfrm>
        <a:off x="5439" y="1914144"/>
        <a:ext cx="2268838" cy="1134419"/>
      </dsp:txXfrm>
    </dsp:sp>
    <dsp:sp modelId="{BF2FDE83-0828-4FAF-9A72-2886525ACB3B}">
      <dsp:nvSpPr>
        <dsp:cNvPr id="0" name=""/>
        <dsp:cNvSpPr/>
      </dsp:nvSpPr>
      <dsp:spPr>
        <a:xfrm>
          <a:off x="2750733" y="1914144"/>
          <a:ext cx="2268838" cy="1134419"/>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l" defTabSz="355600">
            <a:lnSpc>
              <a:spcPct val="90000"/>
            </a:lnSpc>
            <a:spcBef>
              <a:spcPct val="0"/>
            </a:spcBef>
            <a:spcAft>
              <a:spcPct val="35000"/>
            </a:spcAft>
            <a:buNone/>
          </a:pPr>
          <a:r>
            <a:rPr lang="en-US" sz="800" kern="1200" dirty="0"/>
            <a:t>The gospel announces deliverance from two problems: “</a:t>
          </a:r>
          <a:r>
            <a:rPr lang="en-US" sz="800" b="1" kern="1200" dirty="0"/>
            <a:t>alienation from the life of God</a:t>
          </a:r>
          <a:r>
            <a:rPr lang="en-US" sz="800" kern="1200" dirty="0"/>
            <a:t>” and “</a:t>
          </a:r>
          <a:r>
            <a:rPr lang="en-US" sz="800" b="1" kern="1200" dirty="0"/>
            <a:t>deformation of their vary nature</a:t>
          </a:r>
          <a:r>
            <a:rPr lang="en-US" sz="800" kern="1200" dirty="0"/>
            <a:t>”.</a:t>
          </a:r>
        </a:p>
        <a:p>
          <a:pPr marL="0" lvl="0" indent="0" algn="l" defTabSz="355600">
            <a:lnSpc>
              <a:spcPct val="90000"/>
            </a:lnSpc>
            <a:spcBef>
              <a:spcPct val="0"/>
            </a:spcBef>
            <a:spcAft>
              <a:spcPct val="35000"/>
            </a:spcAft>
            <a:buNone/>
          </a:pPr>
          <a:r>
            <a:rPr lang="en-US" sz="800" kern="1200" dirty="0"/>
            <a:t>The solution is justification: “</a:t>
          </a:r>
          <a:r>
            <a:rPr lang="en-US" sz="800" b="1" kern="1200" dirty="0"/>
            <a:t>saved from the guilt of sin</a:t>
          </a:r>
          <a:r>
            <a:rPr lang="en-US" sz="800" kern="1200" dirty="0"/>
            <a:t> and restored to the </a:t>
          </a:r>
          <a:r>
            <a:rPr lang="en-US" sz="800" kern="1200" dirty="0" err="1"/>
            <a:t>favour</a:t>
          </a:r>
          <a:r>
            <a:rPr lang="en-US" sz="800" kern="1200" dirty="0"/>
            <a:t> of God” and sanctification: “</a:t>
          </a:r>
          <a:r>
            <a:rPr lang="en-US" sz="800" b="1" kern="1200" dirty="0"/>
            <a:t>saved from the power and root </a:t>
          </a:r>
          <a:r>
            <a:rPr lang="en-US" sz="800" kern="1200" dirty="0"/>
            <a:t>of sin, and restored to the image of God”.</a:t>
          </a:r>
        </a:p>
      </dsp:txBody>
      <dsp:txXfrm>
        <a:off x="2750733" y="1914144"/>
        <a:ext cx="2268838" cy="1134419"/>
      </dsp:txXfrm>
    </dsp:sp>
    <dsp:sp modelId="{910E1F31-96A5-4AE6-96EF-239FABEED9BA}">
      <dsp:nvSpPr>
        <dsp:cNvPr id="0" name=""/>
        <dsp:cNvSpPr/>
      </dsp:nvSpPr>
      <dsp:spPr>
        <a:xfrm>
          <a:off x="5496027" y="1914144"/>
          <a:ext cx="2268838" cy="1134419"/>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l" defTabSz="355600">
            <a:lnSpc>
              <a:spcPct val="90000"/>
            </a:lnSpc>
            <a:spcBef>
              <a:spcPct val="0"/>
            </a:spcBef>
            <a:spcAft>
              <a:spcPct val="35000"/>
            </a:spcAft>
            <a:buNone/>
          </a:pPr>
          <a:r>
            <a:rPr lang="en-US" sz="800" kern="1200" dirty="0"/>
            <a:t> “Salvation involves the work both of the Son and Holy Spirit, the Son in ‘giving himself to be ‘</a:t>
          </a:r>
          <a:r>
            <a:rPr lang="en-US" sz="800" b="1" kern="1200" dirty="0"/>
            <a:t>a propitiation for the sins of the world</a:t>
          </a:r>
          <a:r>
            <a:rPr lang="en-US" sz="800" kern="1200" dirty="0"/>
            <a:t>,’ ‘ the Holy Spirit in ‘renewing men in that image of God wherein they were created”</a:t>
          </a:r>
        </a:p>
      </dsp:txBody>
      <dsp:txXfrm>
        <a:off x="5496027" y="1914144"/>
        <a:ext cx="2268838" cy="1134419"/>
      </dsp:txXfrm>
    </dsp:sp>
    <dsp:sp modelId="{0D95A87B-DAC7-458E-AC38-69189C69C81A}">
      <dsp:nvSpPr>
        <dsp:cNvPr id="0" name=""/>
        <dsp:cNvSpPr/>
      </dsp:nvSpPr>
      <dsp:spPr>
        <a:xfrm>
          <a:off x="8241321" y="1914144"/>
          <a:ext cx="2268838" cy="2095294"/>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l" defTabSz="355600">
            <a:lnSpc>
              <a:spcPct val="90000"/>
            </a:lnSpc>
            <a:spcBef>
              <a:spcPct val="0"/>
            </a:spcBef>
            <a:spcAft>
              <a:spcPct val="35000"/>
            </a:spcAft>
            <a:buNone/>
          </a:pPr>
          <a:r>
            <a:rPr lang="en-US" sz="800" kern="1200" dirty="0"/>
            <a:t>“John Wesley’s </a:t>
          </a:r>
          <a:r>
            <a:rPr lang="en-US" sz="800" b="1" kern="1200" dirty="0"/>
            <a:t>spiritual biography constitutes </a:t>
          </a:r>
          <a:r>
            <a:rPr lang="en-US" sz="800" kern="1200" dirty="0"/>
            <a:t>one important context for the emergence of his understanding of the gospel.”</a:t>
          </a:r>
          <a:br>
            <a:rPr lang="en-US" sz="800" kern="1200" dirty="0"/>
          </a:br>
          <a:r>
            <a:rPr lang="en-US" sz="800" i="1" kern="1200" dirty="0"/>
            <a:t>Implicit: </a:t>
          </a:r>
          <a:r>
            <a:rPr lang="en-US" sz="800" i="1" kern="1200" dirty="0" err="1"/>
            <a:t>Desilva</a:t>
          </a:r>
          <a:r>
            <a:rPr lang="en-US" sz="800" i="1" kern="1200" dirty="0"/>
            <a:t> draws from Wesley’s writing on the definition of the gospel, and Wesley’s experience is one of the aspects that shaped Wesley’s definition.</a:t>
          </a:r>
          <a:endParaRPr lang="en-US" sz="800" kern="1200" dirty="0"/>
        </a:p>
      </dsp:txBody>
      <dsp:txXfrm>
        <a:off x="8241321" y="1914144"/>
        <a:ext cx="2268838" cy="20952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1491B-DAD2-488D-8E53-6D217FB67A10}">
      <dsp:nvSpPr>
        <dsp:cNvPr id="0" name=""/>
        <dsp:cNvSpPr/>
      </dsp:nvSpPr>
      <dsp:spPr>
        <a:xfrm>
          <a:off x="5257799" y="2491703"/>
          <a:ext cx="3102531" cy="538455"/>
        </a:xfrm>
        <a:custGeom>
          <a:avLst/>
          <a:gdLst/>
          <a:ahLst/>
          <a:cxnLst/>
          <a:rect l="0" t="0" r="0" b="0"/>
          <a:pathLst>
            <a:path>
              <a:moveTo>
                <a:pt x="0" y="0"/>
              </a:moveTo>
              <a:lnTo>
                <a:pt x="0" y="269227"/>
              </a:lnTo>
              <a:lnTo>
                <a:pt x="3102531" y="269227"/>
              </a:lnTo>
              <a:lnTo>
                <a:pt x="3102531" y="53845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3344BB-5114-4F0D-9BF1-1754B8172255}">
      <dsp:nvSpPr>
        <dsp:cNvPr id="0" name=""/>
        <dsp:cNvSpPr/>
      </dsp:nvSpPr>
      <dsp:spPr>
        <a:xfrm>
          <a:off x="5212079" y="2491703"/>
          <a:ext cx="91440" cy="538455"/>
        </a:xfrm>
        <a:custGeom>
          <a:avLst/>
          <a:gdLst/>
          <a:ahLst/>
          <a:cxnLst/>
          <a:rect l="0" t="0" r="0" b="0"/>
          <a:pathLst>
            <a:path>
              <a:moveTo>
                <a:pt x="45720" y="0"/>
              </a:moveTo>
              <a:lnTo>
                <a:pt x="45720" y="53845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87C602-B5B7-4FD2-A240-8EB04DC460F0}">
      <dsp:nvSpPr>
        <dsp:cNvPr id="0" name=""/>
        <dsp:cNvSpPr/>
      </dsp:nvSpPr>
      <dsp:spPr>
        <a:xfrm>
          <a:off x="2155267" y="2491703"/>
          <a:ext cx="3102531" cy="538455"/>
        </a:xfrm>
        <a:custGeom>
          <a:avLst/>
          <a:gdLst/>
          <a:ahLst/>
          <a:cxnLst/>
          <a:rect l="0" t="0" r="0" b="0"/>
          <a:pathLst>
            <a:path>
              <a:moveTo>
                <a:pt x="3102531" y="0"/>
              </a:moveTo>
              <a:lnTo>
                <a:pt x="3102531" y="269227"/>
              </a:lnTo>
              <a:lnTo>
                <a:pt x="0" y="269227"/>
              </a:lnTo>
              <a:lnTo>
                <a:pt x="0" y="53845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FB72C5-52AC-4CE4-A81C-88DD5CD3A580}">
      <dsp:nvSpPr>
        <dsp:cNvPr id="0" name=""/>
        <dsp:cNvSpPr/>
      </dsp:nvSpPr>
      <dsp:spPr>
        <a:xfrm>
          <a:off x="3975761" y="511"/>
          <a:ext cx="2564075" cy="249119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l" defTabSz="311150">
            <a:lnSpc>
              <a:spcPct val="90000"/>
            </a:lnSpc>
            <a:spcBef>
              <a:spcPct val="0"/>
            </a:spcBef>
            <a:spcAft>
              <a:spcPct val="35000"/>
            </a:spcAft>
            <a:buNone/>
          </a:pPr>
          <a:r>
            <a:rPr lang="en-US" sz="700" kern="1200" dirty="0"/>
            <a:t> </a:t>
          </a:r>
        </a:p>
        <a:p>
          <a:pPr marL="0" lvl="0" indent="0" defTabSz="311150">
            <a:lnSpc>
              <a:spcPct val="90000"/>
            </a:lnSpc>
            <a:spcBef>
              <a:spcPct val="0"/>
            </a:spcBef>
            <a:spcAft>
              <a:spcPct val="35000"/>
            </a:spcAft>
            <a:buNone/>
          </a:pPr>
          <a:r>
            <a:rPr lang="en-US" sz="700" kern="1200" dirty="0"/>
            <a:t>“</a:t>
          </a:r>
          <a:r>
            <a:rPr lang="en-US" sz="700" kern="1200" dirty="0">
              <a:hlinkClick xmlns:r="http://schemas.openxmlformats.org/officeDocument/2006/relationships" r:id="rId1"/>
            </a:rPr>
            <a:t>My understanding of the gospel is the good news of Jesus Christ to </a:t>
          </a:r>
          <a:r>
            <a:rPr lang="en-US" sz="700" b="1" kern="1200" dirty="0">
              <a:hlinkClick xmlns:r="http://schemas.openxmlformats.org/officeDocument/2006/relationships" r:id="rId1"/>
            </a:rPr>
            <a:t>nonbelievers who are in darkness</a:t>
          </a:r>
          <a:r>
            <a:rPr lang="en-US" sz="700" kern="1200" dirty="0">
              <a:hlinkClick xmlns:r="http://schemas.openxmlformats.org/officeDocument/2006/relationships" r:id="rId1"/>
            </a:rPr>
            <a:t>. I begin with my personal experience of the salvation of Christ, which will help me explain the gospel in a more tangible way</a:t>
          </a:r>
          <a:r>
            <a:rPr lang="en-US" sz="700" kern="1200" dirty="0"/>
            <a:t>”</a:t>
          </a:r>
        </a:p>
        <a:p>
          <a:pPr marL="0" lvl="0" indent="0" defTabSz="311150">
            <a:lnSpc>
              <a:spcPct val="90000"/>
            </a:lnSpc>
            <a:spcBef>
              <a:spcPct val="0"/>
            </a:spcBef>
            <a:spcAft>
              <a:spcPct val="35000"/>
            </a:spcAft>
            <a:buNone/>
          </a:pPr>
          <a:r>
            <a:rPr lang="en-US" sz="700" i="1" kern="1200" dirty="0"/>
            <a:t>Implicit: Ma was not explicit in addressing Bird’s question: “Provide a Twitter length opening definition and summary of the gospel.” ,but a few statements provides the concept: </a:t>
          </a:r>
          <a:br>
            <a:rPr lang="en-US" sz="700" i="1" kern="1200" dirty="0"/>
          </a:br>
          <a:r>
            <a:rPr lang="en-US" sz="700" i="1" kern="1200" dirty="0"/>
            <a:t>1) “Pentecostals believe that all people have sinned, sin being defined as breaking God’s law and also as offending or displeasing God.” </a:t>
          </a:r>
          <a:br>
            <a:rPr lang="en-US" sz="700" i="1" kern="1200" dirty="0"/>
          </a:br>
          <a:r>
            <a:rPr lang="en-US" sz="700" i="1" kern="1200" dirty="0"/>
            <a:t>2) “Pentecostals believe that the Son of God came in the flesh and eventually gave his life as an atoning sacrifice for the sins of the world.” </a:t>
          </a:r>
          <a:br>
            <a:rPr lang="en-US" sz="700" i="1" kern="1200" dirty="0"/>
          </a:br>
          <a:r>
            <a:rPr lang="en-US" sz="700" i="1" kern="1200" dirty="0"/>
            <a:t>3) “God required a penalty to be paid for sin, and Jesus Christ, God’s pure and sinless Son, acted as a sacrifice to pay that penalty, thus restoring humanity to a right relationship with God through his blood”</a:t>
          </a:r>
          <a:br>
            <a:rPr lang="en-US" sz="700" i="1" kern="1200" dirty="0"/>
          </a:br>
          <a:r>
            <a:rPr lang="en-US" sz="700" i="1" kern="1200" dirty="0"/>
            <a:t>4)“Pentecostals tend to expand the account of salvation beyond the cross so that the ‘soteriological narrative’ prongs to the ‘resurrection and ascension of Christ’ that made it possible to pour out the Holy Spirit on all flesh”</a:t>
          </a:r>
          <a:br>
            <a:rPr lang="en-US" sz="700" i="1" kern="1200" dirty="0"/>
          </a:br>
          <a:r>
            <a:rPr lang="en-US" sz="700" i="1" kern="1200" dirty="0"/>
            <a:t>5) The combination of Pentecostals’ spiritual empowerment and heart for the suffering make their gospel the “full gospel.”</a:t>
          </a:r>
        </a:p>
      </dsp:txBody>
      <dsp:txXfrm>
        <a:off x="3975761" y="511"/>
        <a:ext cx="2564075" cy="2491191"/>
      </dsp:txXfrm>
    </dsp:sp>
    <dsp:sp modelId="{CA0FBBB3-C5BF-442A-BC4A-E90F1259051A}">
      <dsp:nvSpPr>
        <dsp:cNvPr id="0" name=""/>
        <dsp:cNvSpPr/>
      </dsp:nvSpPr>
      <dsp:spPr>
        <a:xfrm>
          <a:off x="873229" y="3030158"/>
          <a:ext cx="2564075" cy="128203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l" defTabSz="311150">
            <a:lnSpc>
              <a:spcPct val="90000"/>
            </a:lnSpc>
            <a:spcBef>
              <a:spcPct val="0"/>
            </a:spcBef>
            <a:spcAft>
              <a:spcPct val="35000"/>
            </a:spcAft>
            <a:buNone/>
          </a:pPr>
          <a:r>
            <a:rPr lang="en-US" sz="700" i="1" kern="1200" dirty="0"/>
            <a:t>Implicit: Ma presents the gospel by providing a narrative of the work of Jesus, with quotation from writing from various </a:t>
          </a:r>
          <a:r>
            <a:rPr lang="en-US" sz="700" i="1" kern="1200" dirty="0" err="1"/>
            <a:t>pentacostal</a:t>
          </a:r>
          <a:r>
            <a:rPr lang="en-US" sz="700" i="1" kern="1200" dirty="0"/>
            <a:t> scholars.</a:t>
          </a:r>
        </a:p>
      </dsp:txBody>
      <dsp:txXfrm>
        <a:off x="873229" y="3030158"/>
        <a:ext cx="2564075" cy="1282037"/>
      </dsp:txXfrm>
    </dsp:sp>
    <dsp:sp modelId="{BF2FDE83-0828-4FAF-9A72-2886525ACB3B}">
      <dsp:nvSpPr>
        <dsp:cNvPr id="0" name=""/>
        <dsp:cNvSpPr/>
      </dsp:nvSpPr>
      <dsp:spPr>
        <a:xfrm>
          <a:off x="3975761" y="3030158"/>
          <a:ext cx="2564075" cy="128203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l" defTabSz="311150">
            <a:lnSpc>
              <a:spcPct val="90000"/>
            </a:lnSpc>
            <a:spcBef>
              <a:spcPct val="0"/>
            </a:spcBef>
            <a:spcAft>
              <a:spcPct val="35000"/>
            </a:spcAft>
            <a:buNone/>
          </a:pPr>
          <a:r>
            <a:rPr lang="en-US" sz="700" i="1" kern="1200" dirty="0"/>
            <a:t>Ma extend the narrative by to the work to the Holy Spirit, with support from examples of spiritual empowerment by Pentecostal believers. </a:t>
          </a:r>
        </a:p>
      </dsp:txBody>
      <dsp:txXfrm>
        <a:off x="3975761" y="3030158"/>
        <a:ext cx="2564075" cy="1282037"/>
      </dsp:txXfrm>
    </dsp:sp>
    <dsp:sp modelId="{910E1F31-96A5-4AE6-96EF-239FABEED9BA}">
      <dsp:nvSpPr>
        <dsp:cNvPr id="0" name=""/>
        <dsp:cNvSpPr/>
      </dsp:nvSpPr>
      <dsp:spPr>
        <a:xfrm>
          <a:off x="7078293" y="3030158"/>
          <a:ext cx="2564075" cy="128203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45" tIns="4445" rIns="4445" bIns="4445" numCol="1" spcCol="1270" anchor="ctr" anchorCtr="0">
          <a:noAutofit/>
        </a:bodyPr>
        <a:lstStyle/>
        <a:p>
          <a:pPr marL="0" lvl="0" indent="0" algn="l" defTabSz="311150">
            <a:lnSpc>
              <a:spcPct val="90000"/>
            </a:lnSpc>
            <a:spcBef>
              <a:spcPct val="0"/>
            </a:spcBef>
            <a:spcAft>
              <a:spcPct val="35000"/>
            </a:spcAft>
            <a:buNone/>
          </a:pPr>
          <a:r>
            <a:rPr lang="en-US" sz="700" i="1" kern="1200" dirty="0"/>
            <a:t>Implicit: Ma believes that her personal experience would allow more tangible explanation of the gospel.</a:t>
          </a:r>
        </a:p>
      </dsp:txBody>
      <dsp:txXfrm>
        <a:off x="7078293" y="3030158"/>
        <a:ext cx="2564075" cy="128203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1491B-DAD2-488D-8E53-6D217FB67A10}">
      <dsp:nvSpPr>
        <dsp:cNvPr id="0" name=""/>
        <dsp:cNvSpPr/>
      </dsp:nvSpPr>
      <dsp:spPr>
        <a:xfrm>
          <a:off x="5257799" y="1512175"/>
          <a:ext cx="3719931" cy="645607"/>
        </a:xfrm>
        <a:custGeom>
          <a:avLst/>
          <a:gdLst/>
          <a:ahLst/>
          <a:cxnLst/>
          <a:rect l="0" t="0" r="0" b="0"/>
          <a:pathLst>
            <a:path>
              <a:moveTo>
                <a:pt x="0" y="0"/>
              </a:moveTo>
              <a:lnTo>
                <a:pt x="0" y="322803"/>
              </a:lnTo>
              <a:lnTo>
                <a:pt x="3719931" y="322803"/>
              </a:lnTo>
              <a:lnTo>
                <a:pt x="3719931" y="645607"/>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3344BB-5114-4F0D-9BF1-1754B8172255}">
      <dsp:nvSpPr>
        <dsp:cNvPr id="0" name=""/>
        <dsp:cNvSpPr/>
      </dsp:nvSpPr>
      <dsp:spPr>
        <a:xfrm>
          <a:off x="5212079" y="1512175"/>
          <a:ext cx="91440" cy="645607"/>
        </a:xfrm>
        <a:custGeom>
          <a:avLst/>
          <a:gdLst/>
          <a:ahLst/>
          <a:cxnLst/>
          <a:rect l="0" t="0" r="0" b="0"/>
          <a:pathLst>
            <a:path>
              <a:moveTo>
                <a:pt x="45720" y="0"/>
              </a:moveTo>
              <a:lnTo>
                <a:pt x="45720" y="645607"/>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187C602-B5B7-4FD2-A240-8EB04DC460F0}">
      <dsp:nvSpPr>
        <dsp:cNvPr id="0" name=""/>
        <dsp:cNvSpPr/>
      </dsp:nvSpPr>
      <dsp:spPr>
        <a:xfrm>
          <a:off x="1537867" y="1512175"/>
          <a:ext cx="3719931" cy="645607"/>
        </a:xfrm>
        <a:custGeom>
          <a:avLst/>
          <a:gdLst/>
          <a:ahLst/>
          <a:cxnLst/>
          <a:rect l="0" t="0" r="0" b="0"/>
          <a:pathLst>
            <a:path>
              <a:moveTo>
                <a:pt x="3719931" y="0"/>
              </a:moveTo>
              <a:lnTo>
                <a:pt x="3719931" y="322803"/>
              </a:lnTo>
              <a:lnTo>
                <a:pt x="0" y="322803"/>
              </a:lnTo>
              <a:lnTo>
                <a:pt x="0" y="645607"/>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EFB72C5-52AC-4CE4-A81C-88DD5CD3A580}">
      <dsp:nvSpPr>
        <dsp:cNvPr id="0" name=""/>
        <dsp:cNvSpPr/>
      </dsp:nvSpPr>
      <dsp:spPr>
        <a:xfrm>
          <a:off x="3720637" y="617762"/>
          <a:ext cx="3074323" cy="894412"/>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l" defTabSz="400050">
            <a:lnSpc>
              <a:spcPct val="90000"/>
            </a:lnSpc>
            <a:spcBef>
              <a:spcPct val="0"/>
            </a:spcBef>
            <a:spcAft>
              <a:spcPct val="35000"/>
            </a:spcAft>
            <a:buNone/>
          </a:pPr>
          <a:r>
            <a:rPr lang="en-US" sz="900" kern="1200" dirty="0"/>
            <a:t> </a:t>
          </a:r>
        </a:p>
        <a:p>
          <a:pPr marL="0" lvl="0" indent="0" defTabSz="400050">
            <a:lnSpc>
              <a:spcPct val="90000"/>
            </a:lnSpc>
            <a:spcBef>
              <a:spcPct val="0"/>
            </a:spcBef>
            <a:spcAft>
              <a:spcPct val="35000"/>
            </a:spcAft>
            <a:buNone/>
          </a:pPr>
          <a:r>
            <a:rPr lang="en-US" sz="900" kern="1200" dirty="0"/>
            <a:t>“</a:t>
          </a:r>
          <a:r>
            <a:rPr lang="en-US" sz="900" kern="1200" dirty="0">
              <a:hlinkClick xmlns:r="http://schemas.openxmlformats.org/officeDocument/2006/relationships" r:id="rId1"/>
            </a:rPr>
            <a:t>A Liberation Gospel perspective testifies to God’s present voice and </a:t>
          </a:r>
          <a:r>
            <a:rPr lang="en-US" sz="900" b="1" kern="1200" dirty="0">
              <a:hlinkClick xmlns:r="http://schemas.openxmlformats.org/officeDocument/2006/relationships" r:id="rId1"/>
            </a:rPr>
            <a:t>actions in the lives of those on the margins</a:t>
          </a:r>
          <a:r>
            <a:rPr lang="en-US" sz="900" kern="1200" dirty="0">
              <a:hlinkClick xmlns:r="http://schemas.openxmlformats.org/officeDocument/2006/relationships" r:id="rId1"/>
            </a:rPr>
            <a:t>. Born in poverty yet free, Jesus died the death of an enslaved person. A liberation perspective of the gospel marks Jesus’s social status as one among the oppressed and reads with other ‘non-persons.’</a:t>
          </a:r>
          <a:r>
            <a:rPr lang="en-US" sz="900" kern="1200" dirty="0"/>
            <a:t>”</a:t>
          </a:r>
          <a:endParaRPr lang="en-US" sz="900" i="1" kern="1200" dirty="0"/>
        </a:p>
      </dsp:txBody>
      <dsp:txXfrm>
        <a:off x="3720637" y="617762"/>
        <a:ext cx="3074323" cy="894412"/>
      </dsp:txXfrm>
    </dsp:sp>
    <dsp:sp modelId="{CA0FBBB3-C5BF-442A-BC4A-E90F1259051A}">
      <dsp:nvSpPr>
        <dsp:cNvPr id="0" name=""/>
        <dsp:cNvSpPr/>
      </dsp:nvSpPr>
      <dsp:spPr>
        <a:xfrm>
          <a:off x="706" y="2157783"/>
          <a:ext cx="3074323" cy="153716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l" defTabSz="400050">
            <a:lnSpc>
              <a:spcPct val="90000"/>
            </a:lnSpc>
            <a:spcBef>
              <a:spcPct val="0"/>
            </a:spcBef>
            <a:spcAft>
              <a:spcPct val="35000"/>
            </a:spcAft>
            <a:buNone/>
          </a:pPr>
          <a:r>
            <a:rPr lang="en-US" sz="900" i="0" kern="1200" dirty="0"/>
            <a:t>“A liberation gospel view approaches the New Testament writings from the assumption that spiritual and social matters are interrelated. The social problems that separate human beings into the haves and have-nots, the rich and the poor, the dignified and the derided, and the free and the censured are problems plaguing human institutions and systems.”</a:t>
          </a:r>
          <a:br>
            <a:rPr lang="en-US" sz="900" i="0" kern="1200" dirty="0"/>
          </a:br>
          <a:r>
            <a:rPr lang="en-US" sz="900" i="1" kern="1200" dirty="0"/>
            <a:t>Implicit: Scripture is to be approached with assumptions for social matters, matters that are most important for the non-persons.</a:t>
          </a:r>
          <a:endParaRPr lang="en-US" sz="900" i="0" kern="1200" dirty="0"/>
        </a:p>
      </dsp:txBody>
      <dsp:txXfrm>
        <a:off x="706" y="2157783"/>
        <a:ext cx="3074323" cy="1537161"/>
      </dsp:txXfrm>
    </dsp:sp>
    <dsp:sp modelId="{BF2FDE83-0828-4FAF-9A72-2886525ACB3B}">
      <dsp:nvSpPr>
        <dsp:cNvPr id="0" name=""/>
        <dsp:cNvSpPr/>
      </dsp:nvSpPr>
      <dsp:spPr>
        <a:xfrm>
          <a:off x="3720637" y="2157783"/>
          <a:ext cx="3074323" cy="153716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l" defTabSz="400050">
            <a:lnSpc>
              <a:spcPct val="90000"/>
            </a:lnSpc>
            <a:spcBef>
              <a:spcPct val="0"/>
            </a:spcBef>
            <a:spcAft>
              <a:spcPct val="35000"/>
            </a:spcAft>
            <a:buNone/>
          </a:pPr>
          <a:r>
            <a:rPr lang="en-US" sz="900" i="0" kern="1200" dirty="0"/>
            <a:t>Smith wrote of Ambrose: “the gospel message is not self-evident but requires sifting and sourcing, even in the Bible, in conversation with the experiences of the oppressed.”</a:t>
          </a:r>
          <a:br>
            <a:rPr lang="en-US" sz="900" i="0" kern="1200" dirty="0"/>
          </a:br>
          <a:r>
            <a:rPr lang="en-US" sz="900" i="0" kern="1200" dirty="0"/>
            <a:t>Smit </a:t>
          </a:r>
          <a:r>
            <a:rPr lang="en-US" sz="900" i="0" kern="1200" dirty="0" err="1"/>
            <a:t>hwrote</a:t>
          </a:r>
          <a:r>
            <a:rPr lang="en-US" sz="900" i="0" kern="1200" dirty="0"/>
            <a:t> of Thurman: “Liberation interpreters prioritize Jesus’s model and story as the gospel message for matters of human tolerance, care, and civil responsibilities and responses, not Paul.”</a:t>
          </a:r>
          <a:br>
            <a:rPr lang="en-US" sz="900" i="0" kern="1200" dirty="0"/>
          </a:br>
          <a:r>
            <a:rPr lang="en-US" sz="900" i="1" kern="1200" dirty="0"/>
            <a:t>Implicit: Message of Paul and that of Jesus requires prioritization.</a:t>
          </a:r>
          <a:endParaRPr lang="en-US" sz="900" i="0" kern="1200" dirty="0"/>
        </a:p>
      </dsp:txBody>
      <dsp:txXfrm>
        <a:off x="3720637" y="2157783"/>
        <a:ext cx="3074323" cy="1537161"/>
      </dsp:txXfrm>
    </dsp:sp>
    <dsp:sp modelId="{910E1F31-96A5-4AE6-96EF-239FABEED9BA}">
      <dsp:nvSpPr>
        <dsp:cNvPr id="0" name=""/>
        <dsp:cNvSpPr/>
      </dsp:nvSpPr>
      <dsp:spPr>
        <a:xfrm>
          <a:off x="7440569" y="2157783"/>
          <a:ext cx="3074323" cy="1537161"/>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l" defTabSz="400050">
            <a:lnSpc>
              <a:spcPct val="90000"/>
            </a:lnSpc>
            <a:spcBef>
              <a:spcPct val="0"/>
            </a:spcBef>
            <a:spcAft>
              <a:spcPct val="35000"/>
            </a:spcAft>
            <a:buNone/>
          </a:pPr>
          <a:r>
            <a:rPr lang="en-US" sz="900" i="1" kern="1200" dirty="0"/>
            <a:t>Implicit: Emphasize the common experience between the non-persons and Jesus. </a:t>
          </a:r>
          <a:r>
            <a:rPr lang="en-US" sz="900" i="1" kern="1200" dirty="0" err="1"/>
            <a:t>Eg.</a:t>
          </a:r>
          <a:br>
            <a:rPr lang="en-US" sz="900" i="1" kern="1200" dirty="0"/>
          </a:br>
          <a:r>
            <a:rPr lang="en-US" sz="900" i="1" kern="1200" dirty="0"/>
            <a:t>1) Jesus is enslaved. Non-person is enslaved.</a:t>
          </a:r>
          <a:br>
            <a:rPr lang="en-US" sz="900" i="1" kern="1200" dirty="0"/>
          </a:br>
          <a:r>
            <a:rPr lang="en-US" sz="900" i="1" kern="1200" dirty="0"/>
            <a:t>2) Jesus is poor. Non-person is poor.</a:t>
          </a:r>
          <a:br>
            <a:rPr lang="en-US" sz="900" i="1" kern="1200" dirty="0"/>
          </a:br>
          <a:r>
            <a:rPr lang="en-US" sz="900" i="1" kern="1200" dirty="0"/>
            <a:t>3) Jesus died on the cross. Non-person was oppressed.</a:t>
          </a:r>
          <a:br>
            <a:rPr lang="en-US" sz="900" i="1" kern="1200" dirty="0"/>
          </a:br>
          <a:endParaRPr lang="en-US" sz="900" i="1" kern="1200" dirty="0"/>
        </a:p>
      </dsp:txBody>
      <dsp:txXfrm>
        <a:off x="7440569" y="2157783"/>
        <a:ext cx="3074323" cy="153716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170583" cy="481875"/>
          </a:xfrm>
          <a:prstGeom prst="rect">
            <a:avLst/>
          </a:prstGeom>
        </p:spPr>
        <p:txBody>
          <a:bodyPr vert="horz" lIns="95207" tIns="47604" rIns="95207" bIns="47604" rtlCol="0"/>
          <a:lstStyle>
            <a:lvl1pPr algn="l">
              <a:defRPr sz="1200"/>
            </a:lvl1pPr>
          </a:lstStyle>
          <a:p>
            <a:endParaRPr lang="en-US"/>
          </a:p>
        </p:txBody>
      </p:sp>
      <p:sp>
        <p:nvSpPr>
          <p:cNvPr id="3" name="Date Placeholder 2"/>
          <p:cNvSpPr>
            <a:spLocks noGrp="1"/>
          </p:cNvSpPr>
          <p:nvPr>
            <p:ph type="dt" idx="1"/>
          </p:nvPr>
        </p:nvSpPr>
        <p:spPr>
          <a:xfrm>
            <a:off x="4142964" y="0"/>
            <a:ext cx="3170583" cy="481875"/>
          </a:xfrm>
          <a:prstGeom prst="rect">
            <a:avLst/>
          </a:prstGeom>
        </p:spPr>
        <p:txBody>
          <a:bodyPr vert="horz" lIns="95207" tIns="47604" rIns="95207" bIns="47604" rtlCol="0"/>
          <a:lstStyle>
            <a:lvl1pPr algn="r">
              <a:defRPr sz="1200"/>
            </a:lvl1pPr>
          </a:lstStyle>
          <a:p>
            <a:fld id="{F3362086-16CC-46AB-BF78-8DA006CF67B7}" type="datetimeFigureOut">
              <a:rPr lang="en-US" smtClean="0"/>
              <a:t>8/13/2026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5207" tIns="47604" rIns="95207" bIns="47604" rtlCol="0" anchor="ctr"/>
          <a:lstStyle/>
          <a:p>
            <a:endParaRPr lang="en-US"/>
          </a:p>
        </p:txBody>
      </p:sp>
      <p:sp>
        <p:nvSpPr>
          <p:cNvPr id="5" name="Notes Placeholder 4"/>
          <p:cNvSpPr>
            <a:spLocks noGrp="1"/>
          </p:cNvSpPr>
          <p:nvPr>
            <p:ph type="body" sz="quarter" idx="3"/>
          </p:nvPr>
        </p:nvSpPr>
        <p:spPr>
          <a:xfrm>
            <a:off x="732184" y="4620724"/>
            <a:ext cx="5850835" cy="3780741"/>
          </a:xfrm>
          <a:prstGeom prst="rect">
            <a:avLst/>
          </a:prstGeom>
        </p:spPr>
        <p:txBody>
          <a:bodyPr vert="horz" lIns="95207" tIns="47604" rIns="95207" bIns="4760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9119326"/>
            <a:ext cx="3170583" cy="481875"/>
          </a:xfrm>
          <a:prstGeom prst="rect">
            <a:avLst/>
          </a:prstGeom>
        </p:spPr>
        <p:txBody>
          <a:bodyPr vert="horz" lIns="95207" tIns="47604" rIns="95207" bIns="47604" rtlCol="0" anchor="b"/>
          <a:lstStyle>
            <a:lvl1pPr algn="l">
              <a:defRPr sz="1200"/>
            </a:lvl1pPr>
          </a:lstStyle>
          <a:p>
            <a:endParaRPr lang="en-US"/>
          </a:p>
        </p:txBody>
      </p:sp>
      <p:sp>
        <p:nvSpPr>
          <p:cNvPr id="7" name="Slide Number Placeholder 6"/>
          <p:cNvSpPr>
            <a:spLocks noGrp="1"/>
          </p:cNvSpPr>
          <p:nvPr>
            <p:ph type="sldNum" sz="quarter" idx="5"/>
          </p:nvPr>
        </p:nvSpPr>
        <p:spPr>
          <a:xfrm>
            <a:off x="4142964" y="9119326"/>
            <a:ext cx="3170583" cy="481875"/>
          </a:xfrm>
          <a:prstGeom prst="rect">
            <a:avLst/>
          </a:prstGeom>
        </p:spPr>
        <p:txBody>
          <a:bodyPr vert="horz" lIns="95207" tIns="47604" rIns="95207" bIns="47604" rtlCol="0" anchor="b"/>
          <a:lstStyle>
            <a:lvl1pPr algn="r">
              <a:defRPr sz="1200"/>
            </a:lvl1pPr>
          </a:lstStyle>
          <a:p>
            <a:fld id="{7D4090B4-3E65-4D15-9DC1-4017FF2A8EE0}" type="slidenum">
              <a:rPr lang="en-US" smtClean="0"/>
              <a:t>‹#›</a:t>
            </a:fld>
            <a:endParaRPr lang="en-US"/>
          </a:p>
        </p:txBody>
      </p:sp>
    </p:spTree>
    <p:extLst>
      <p:ext uri="{BB962C8B-B14F-4D97-AF65-F5344CB8AC3E}">
        <p14:creationId xmlns:p14="http://schemas.microsoft.com/office/powerpoint/2010/main" val="823334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5" y="0"/>
            <a:ext cx="12188825" cy="6856214"/>
          </a:xfrm>
          <a:prstGeom prst="rect">
            <a:avLst/>
          </a:prstGeom>
        </p:spPr>
      </p:pic>
      <p:sp>
        <p:nvSpPr>
          <p:cNvPr id="2" name="Title 1"/>
          <p:cNvSpPr>
            <a:spLocks noGrp="1"/>
          </p:cNvSpPr>
          <p:nvPr>
            <p:ph type="ctrTitle"/>
          </p:nvPr>
        </p:nvSpPr>
        <p:spPr>
          <a:xfrm>
            <a:off x="2484256" y="1964267"/>
            <a:ext cx="8675870"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5574"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1630774" y="6543949"/>
            <a:ext cx="551167" cy="377825"/>
          </a:xfrm>
        </p:spPr>
        <p:txBody>
          <a:bodyPr/>
          <a:lstStyle/>
          <a:p>
            <a:fld id="{598E602A-D639-4E51-AE7A-DB066D3B4A2B}" type="slidenum">
              <a:rPr lang="en-US" smtClean="0"/>
              <a:t>‹#›</a:t>
            </a:fld>
            <a:endParaRPr lang="en-US"/>
          </a:p>
        </p:txBody>
      </p:sp>
      <p:sp>
        <p:nvSpPr>
          <p:cNvPr id="9" name="TextBox 8">
            <a:extLst>
              <a:ext uri="{FF2B5EF4-FFF2-40B4-BE49-F238E27FC236}">
                <a16:creationId xmlns:a16="http://schemas.microsoft.com/office/drawing/2014/main" id="{AF6EC297-753A-6DD6-B26C-4142C4B37D3E}"/>
              </a:ext>
            </a:extLst>
          </p:cNvPr>
          <p:cNvSpPr txBox="1"/>
          <p:nvPr userDrawn="1"/>
        </p:nvSpPr>
        <p:spPr>
          <a:xfrm>
            <a:off x="-62523" y="6625140"/>
            <a:ext cx="4114800" cy="215444"/>
          </a:xfrm>
          <a:prstGeom prst="rect">
            <a:avLst/>
          </a:prstGeom>
          <a:noFill/>
        </p:spPr>
        <p:txBody>
          <a:bodyPr wrap="square" rtlCol="0">
            <a:spAutoFit/>
          </a:bodyPr>
          <a:lstStyle/>
          <a:p>
            <a:pPr algn="l"/>
            <a:r>
              <a:rPr lang="zh-TW" altLang="en-US" sz="800">
                <a:latin typeface="KaiTi" panose="02010609060101010101" pitchFamily="49" charset="-122"/>
                <a:ea typeface="KaiTi" panose="02010609060101010101" pitchFamily="49" charset="-122"/>
              </a:rPr>
              <a:t>除非另有註明，本文檔所引用一切聖經經文均取自</a:t>
            </a:r>
            <a:r>
              <a:rPr lang="en-US" altLang="zh-TW" sz="800">
                <a:latin typeface="KaiTi" panose="02010609060101010101" pitchFamily="49" charset="-122"/>
                <a:ea typeface="KaiTi" panose="02010609060101010101" pitchFamily="49" charset="-122"/>
              </a:rPr>
              <a:t>《</a:t>
            </a:r>
            <a:r>
              <a:rPr lang="zh-TW" altLang="en-US" sz="800">
                <a:latin typeface="KaiTi" panose="02010609060101010101" pitchFamily="49" charset="-122"/>
                <a:ea typeface="KaiTi" panose="02010609060101010101" pitchFamily="49" charset="-122"/>
              </a:rPr>
              <a:t>新標點和合本</a:t>
            </a:r>
            <a:r>
              <a:rPr lang="en-US" altLang="zh-TW" sz="800">
                <a:latin typeface="KaiTi" panose="02010609060101010101" pitchFamily="49" charset="-122"/>
                <a:ea typeface="KaiTi" panose="02010609060101010101" pitchFamily="49" charset="-122"/>
              </a:rPr>
              <a:t>》</a:t>
            </a:r>
            <a:endParaRPr lang="en-US" sz="80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80868923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t"/>
          <a:lstStyle>
            <a:lvl1pPr>
              <a:buFont typeface="Arial" panose="020B0604020202020204" pitchFamily="34" charset="0"/>
              <a:buChar char="•"/>
              <a:defRPr/>
            </a:lvl1pPr>
            <a:lvl2pPr>
              <a:buFont typeface="Arial" panose="020B0604020202020204" pitchFamily="34" charset="0"/>
              <a:buChar char="•"/>
              <a:defRPr/>
            </a:lvl2pPr>
            <a:lvl3pPr>
              <a:buFont typeface="Arial" panose="020B0604020202020204" pitchFamily="34" charset="0"/>
              <a:buChar char="•"/>
              <a:defRPr/>
            </a:lvl3pPr>
            <a:lvl4pPr>
              <a:buFont typeface="Arial" panose="020B0604020202020204" pitchFamily="34" charset="0"/>
              <a:buChar char="•"/>
              <a:defRPr/>
            </a:lvl4pPr>
            <a:lvl5pPr>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1359471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940922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ible Verse Middl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3253847" y="712100"/>
            <a:ext cx="4995332" cy="5077514"/>
          </a:xfrm>
        </p:spPr>
        <p:txBody>
          <a:bodyPr>
            <a:normAutofit/>
          </a:bodyPr>
          <a:lstStyle>
            <a:lvl1pPr>
              <a:buNone/>
              <a:defRPr/>
            </a:lvl1pPr>
          </a:lstStyle>
          <a:p>
            <a:pPr lvl="0"/>
            <a:endParaRPr lang="en-US"/>
          </a:p>
        </p:txBody>
      </p:sp>
      <p:sp>
        <p:nvSpPr>
          <p:cNvPr id="5" name="Date Placeholder 4"/>
          <p:cNvSpPr>
            <a:spLocks noGrp="1"/>
          </p:cNvSpPr>
          <p:nvPr>
            <p:ph type="dt" sz="half" idx="10"/>
          </p:nvPr>
        </p:nvSpPr>
        <p:spPr/>
        <p:txBody>
          <a:bodyPr/>
          <a:lstStyle/>
          <a:p>
            <a:fld id="{58E11D36-5D3A-4D27-8E7E-E0A42D3DD35E}"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307572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8E11D36-5D3A-4D27-8E7E-E0A42D3DD35E}"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2900744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8E11D36-5D3A-4D27-8E7E-E0A42D3DD35E}" type="datetimeFigureOut">
              <a:rPr lang="en-US" smtClean="0"/>
              <a:t>8/13/2026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38834448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8E11D36-5D3A-4D27-8E7E-E0A42D3DD35E}" type="datetimeFigureOut">
              <a:rPr lang="en-US" smtClean="0"/>
              <a:t>8/13/2026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444763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58E11D36-5D3A-4D27-8E7E-E0A42D3DD35E}" type="datetimeFigureOut">
              <a:rPr lang="en-US" smtClean="0"/>
              <a:t>8/13/2026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3118020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E11D36-5D3A-4D27-8E7E-E0A42D3DD35E}"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2089696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E11D36-5D3A-4D27-8E7E-E0A42D3DD35E}"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1221560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E11D36-5D3A-4D27-8E7E-E0A42D3DD35E}" type="datetimeFigureOut">
              <a:rPr lang="en-US" smtClean="0"/>
              <a:t>8/13/2026</a:t>
            </a:fld>
            <a:endParaRPr lang="en-US"/>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6407124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40871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8135151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9676559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29786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9121879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E602A-D639-4E51-AE7A-DB066D3B4A2B}"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p>
        </p:txBody>
      </p:sp>
    </p:spTree>
    <p:extLst>
      <p:ext uri="{BB962C8B-B14F-4D97-AF65-F5344CB8AC3E}">
        <p14:creationId xmlns:p14="http://schemas.microsoft.com/office/powerpoint/2010/main" val="34775783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E11D36-5D3A-4D27-8E7E-E0A42D3DD35E}" type="datetimeFigureOut">
              <a:rPr lang="en-US" smtClean="0"/>
              <a:t>8/13/2026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8E602A-D639-4E51-AE7A-DB066D3B4A2B}" type="slidenum">
              <a:rPr lang="en-US" smtClean="0"/>
              <a:t>‹#›</a:t>
            </a:fld>
            <a:endParaRPr lang="en-US"/>
          </a:p>
        </p:txBody>
      </p:sp>
    </p:spTree>
    <p:extLst>
      <p:ext uri="{BB962C8B-B14F-4D97-AF65-F5344CB8AC3E}">
        <p14:creationId xmlns:p14="http://schemas.microsoft.com/office/powerpoint/2010/main" val="250081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3259" y="5867400"/>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8E11D36-5D3A-4D27-8E7E-E0A42D3DD35E}" type="datetimeFigureOut">
              <a:rPr lang="en-US" smtClean="0"/>
              <a:t>8/13/2026</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072798" y="6541287"/>
            <a:ext cx="211019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6D78E91-E103-4119-A632-CE602F093198}" type="slidenum">
              <a:rPr lang="en-US" smtClean="0"/>
              <a:pPr/>
              <a:t>‹#›</a:t>
            </a:fld>
            <a:endParaRPr lang="en-US">
              <a:latin typeface="KaiTi" panose="02010609060101010101" pitchFamily="49" charset="-122"/>
              <a:ea typeface="KaiTi" panose="02010609060101010101" pitchFamily="49" charset="-122"/>
            </a:endParaRPr>
          </a:p>
        </p:txBody>
      </p:sp>
      <p:sp>
        <p:nvSpPr>
          <p:cNvPr id="7" name="TextBox 6">
            <a:extLst>
              <a:ext uri="{FF2B5EF4-FFF2-40B4-BE49-F238E27FC236}">
                <a16:creationId xmlns:a16="http://schemas.microsoft.com/office/drawing/2014/main" id="{3CB16C4F-FFD6-7119-4BB7-69E29166613B}"/>
              </a:ext>
            </a:extLst>
          </p:cNvPr>
          <p:cNvSpPr txBox="1"/>
          <p:nvPr userDrawn="1"/>
        </p:nvSpPr>
        <p:spPr>
          <a:xfrm>
            <a:off x="5046133" y="6637867"/>
            <a:ext cx="2434167" cy="215444"/>
          </a:xfrm>
          <a:prstGeom prst="rect">
            <a:avLst/>
          </a:prstGeom>
          <a:noFill/>
        </p:spPr>
        <p:txBody>
          <a:bodyPr wrap="square" rtlCol="0">
            <a:spAutoFit/>
          </a:bodyPr>
          <a:lstStyle/>
          <a:p>
            <a:pPr algn="ctr"/>
            <a:r>
              <a:rPr lang="en-US" sz="800"/>
              <a:t>© 2026 Simon Pang</a:t>
            </a:r>
          </a:p>
        </p:txBody>
      </p:sp>
    </p:spTree>
    <p:extLst>
      <p:ext uri="{BB962C8B-B14F-4D97-AF65-F5344CB8AC3E}">
        <p14:creationId xmlns:p14="http://schemas.microsoft.com/office/powerpoint/2010/main" val="3646807404"/>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90"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Lst>
  <p:hf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32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28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2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20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20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07B74-39FE-EE54-3205-72D56A1DBBF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0B243B4-9B2D-1677-BA3A-DDA8C1A40747}"/>
              </a:ext>
            </a:extLst>
          </p:cNvPr>
          <p:cNvSpPr>
            <a:spLocks noGrp="1"/>
          </p:cNvSpPr>
          <p:nvPr>
            <p:ph type="title"/>
          </p:nvPr>
        </p:nvSpPr>
        <p:spPr/>
        <p:txBody>
          <a:bodyPr/>
          <a:lstStyle/>
          <a:p>
            <a:r>
              <a:rPr lang="en-US" dirty="0"/>
              <a:t>Argument Map for King Jesus Gospel</a:t>
            </a:r>
          </a:p>
        </p:txBody>
      </p:sp>
      <p:graphicFrame>
        <p:nvGraphicFramePr>
          <p:cNvPr id="4" name="Diagram 3">
            <a:extLst>
              <a:ext uri="{FF2B5EF4-FFF2-40B4-BE49-F238E27FC236}">
                <a16:creationId xmlns:a16="http://schemas.microsoft.com/office/drawing/2014/main" id="{D58FC418-DA00-0A0E-541B-05693E979BAF}"/>
              </a:ext>
            </a:extLst>
          </p:cNvPr>
          <p:cNvGraphicFramePr/>
          <p:nvPr>
            <p:extLst>
              <p:ext uri="{D42A27DB-BD31-4B8C-83A1-F6EECF244321}">
                <p14:modId xmlns:p14="http://schemas.microsoft.com/office/powerpoint/2010/main" val="881391306"/>
              </p:ext>
            </p:extLst>
          </p:nvPr>
        </p:nvGraphicFramePr>
        <p:xfrm>
          <a:off x="838201" y="1825625"/>
          <a:ext cx="10515599" cy="4312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4337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FC7FFFD-EC3C-DB49-5065-ED4CCFFEA20B}"/>
              </a:ext>
            </a:extLst>
          </p:cNvPr>
          <p:cNvSpPr>
            <a:spLocks noGrp="1"/>
          </p:cNvSpPr>
          <p:nvPr>
            <p:ph type="title"/>
          </p:nvPr>
        </p:nvSpPr>
        <p:spPr/>
        <p:txBody>
          <a:bodyPr/>
          <a:lstStyle/>
          <a:p>
            <a:r>
              <a:rPr lang="en-US" dirty="0"/>
              <a:t>Argument Map for REFORMATION Gospel</a:t>
            </a:r>
          </a:p>
        </p:txBody>
      </p:sp>
      <p:graphicFrame>
        <p:nvGraphicFramePr>
          <p:cNvPr id="4" name="Diagram 3">
            <a:extLst>
              <a:ext uri="{FF2B5EF4-FFF2-40B4-BE49-F238E27FC236}">
                <a16:creationId xmlns:a16="http://schemas.microsoft.com/office/drawing/2014/main" id="{F4FBC2D6-F59B-FBB4-068F-CE1999A60A2C}"/>
              </a:ext>
            </a:extLst>
          </p:cNvPr>
          <p:cNvGraphicFramePr/>
          <p:nvPr>
            <p:extLst>
              <p:ext uri="{D42A27DB-BD31-4B8C-83A1-F6EECF244321}">
                <p14:modId xmlns:p14="http://schemas.microsoft.com/office/powerpoint/2010/main" val="620740049"/>
              </p:ext>
            </p:extLst>
          </p:nvPr>
        </p:nvGraphicFramePr>
        <p:xfrm>
          <a:off x="838201" y="1825625"/>
          <a:ext cx="10515599" cy="4312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9693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43336-8021-FE80-3F0C-1D316CFC9067}"/>
              </a:ext>
            </a:extLst>
          </p:cNvPr>
          <p:cNvSpPr>
            <a:spLocks noGrp="1"/>
          </p:cNvSpPr>
          <p:nvPr>
            <p:ph type="title"/>
          </p:nvPr>
        </p:nvSpPr>
        <p:spPr/>
        <p:txBody>
          <a:bodyPr/>
          <a:lstStyle/>
          <a:p>
            <a:r>
              <a:rPr lang="en-US" dirty="0"/>
              <a:t>Suggestion why conclusion is different</a:t>
            </a:r>
          </a:p>
        </p:txBody>
      </p:sp>
      <p:sp>
        <p:nvSpPr>
          <p:cNvPr id="3" name="Content Placeholder 2">
            <a:extLst>
              <a:ext uri="{FF2B5EF4-FFF2-40B4-BE49-F238E27FC236}">
                <a16:creationId xmlns:a16="http://schemas.microsoft.com/office/drawing/2014/main" id="{44F246AA-D365-AE42-21F5-91ED529C041F}"/>
              </a:ext>
            </a:extLst>
          </p:cNvPr>
          <p:cNvSpPr>
            <a:spLocks noGrp="1"/>
          </p:cNvSpPr>
          <p:nvPr>
            <p:ph idx="1"/>
          </p:nvPr>
        </p:nvSpPr>
        <p:spPr/>
        <p:txBody>
          <a:bodyPr/>
          <a:lstStyle/>
          <a:p>
            <a:r>
              <a:rPr lang="en-US" dirty="0"/>
              <a:t>“Our tweet-summaries of the gospel might differ but without any contradiction, depending on which facet and genre comes first to mind”(66)</a:t>
            </a:r>
          </a:p>
          <a:p>
            <a:r>
              <a:rPr lang="en-US" dirty="0"/>
              <a:t>“Some of the tensions in defining the gospel no doubt turn on whether one </a:t>
            </a:r>
            <a:r>
              <a:rPr lang="en-US" dirty="0" err="1"/>
              <a:t>proviledges</a:t>
            </a:r>
            <a:r>
              <a:rPr lang="en-US" dirty="0"/>
              <a:t> the former (e.g., the story of Israel) or the latter (E.g., the “plan of </a:t>
            </a:r>
            <a:r>
              <a:rPr lang="en-US" dirty="0" err="1"/>
              <a:t>salvaiont</a:t>
            </a:r>
            <a:r>
              <a:rPr lang="en-US" dirty="0"/>
              <a:t>”</a:t>
            </a:r>
          </a:p>
          <a:p>
            <a:endParaRPr lang="en-US" dirty="0"/>
          </a:p>
        </p:txBody>
      </p:sp>
    </p:spTree>
    <p:extLst>
      <p:ext uri="{BB962C8B-B14F-4D97-AF65-F5344CB8AC3E}">
        <p14:creationId xmlns:p14="http://schemas.microsoft.com/office/powerpoint/2010/main" val="3311703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04CC-EC96-9BF4-DE25-DBB34B20825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EDB272D-7436-69CD-EB99-FD859D9CADB8}"/>
              </a:ext>
            </a:extLst>
          </p:cNvPr>
          <p:cNvSpPr>
            <a:spLocks noGrp="1"/>
          </p:cNvSpPr>
          <p:nvPr>
            <p:ph type="title"/>
          </p:nvPr>
        </p:nvSpPr>
        <p:spPr/>
        <p:txBody>
          <a:bodyPr/>
          <a:lstStyle/>
          <a:p>
            <a:r>
              <a:rPr lang="en-US" dirty="0"/>
              <a:t>Argument Map for Wesleyan Gospel</a:t>
            </a:r>
          </a:p>
        </p:txBody>
      </p:sp>
      <p:graphicFrame>
        <p:nvGraphicFramePr>
          <p:cNvPr id="4" name="Diagram 3">
            <a:extLst>
              <a:ext uri="{FF2B5EF4-FFF2-40B4-BE49-F238E27FC236}">
                <a16:creationId xmlns:a16="http://schemas.microsoft.com/office/drawing/2014/main" id="{DC304D84-E348-396C-347D-D85E83537268}"/>
              </a:ext>
            </a:extLst>
          </p:cNvPr>
          <p:cNvGraphicFramePr/>
          <p:nvPr>
            <p:extLst>
              <p:ext uri="{D42A27DB-BD31-4B8C-83A1-F6EECF244321}">
                <p14:modId xmlns:p14="http://schemas.microsoft.com/office/powerpoint/2010/main" val="2711262926"/>
              </p:ext>
            </p:extLst>
          </p:nvPr>
        </p:nvGraphicFramePr>
        <p:xfrm>
          <a:off x="838201" y="1825625"/>
          <a:ext cx="10515599" cy="4312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4600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59639-A93E-9463-EC62-57118235124F}"/>
              </a:ext>
            </a:extLst>
          </p:cNvPr>
          <p:cNvSpPr>
            <a:spLocks noGrp="1"/>
          </p:cNvSpPr>
          <p:nvPr>
            <p:ph type="title"/>
          </p:nvPr>
        </p:nvSpPr>
        <p:spPr/>
        <p:txBody>
          <a:bodyPr/>
          <a:lstStyle/>
          <a:p>
            <a:r>
              <a:rPr lang="en-US" dirty="0"/>
              <a:t>Notes on Wesleyan Gospel</a:t>
            </a:r>
          </a:p>
        </p:txBody>
      </p:sp>
      <p:sp>
        <p:nvSpPr>
          <p:cNvPr id="3" name="Content Placeholder 2">
            <a:extLst>
              <a:ext uri="{FF2B5EF4-FFF2-40B4-BE49-F238E27FC236}">
                <a16:creationId xmlns:a16="http://schemas.microsoft.com/office/drawing/2014/main" id="{045151F0-20E3-9293-1352-21118EAB1EDA}"/>
              </a:ext>
            </a:extLst>
          </p:cNvPr>
          <p:cNvSpPr>
            <a:spLocks noGrp="1"/>
          </p:cNvSpPr>
          <p:nvPr>
            <p:ph idx="1"/>
          </p:nvPr>
        </p:nvSpPr>
        <p:spPr/>
        <p:txBody>
          <a:bodyPr/>
          <a:lstStyle/>
          <a:p>
            <a:r>
              <a:rPr lang="en-US" dirty="0"/>
              <a:t>Personal Experience causes definition of Gospel </a:t>
            </a:r>
            <a:r>
              <a:rPr lang="en-US" dirty="0" err="1"/>
              <a:t>appliacable</a:t>
            </a:r>
            <a:r>
              <a:rPr lang="en-US" dirty="0"/>
              <a:t> more on those that share similar experience</a:t>
            </a:r>
          </a:p>
          <a:p>
            <a:r>
              <a:rPr lang="en-US" dirty="0"/>
              <a:t>The definition therefore might or might not serve those that looks for a definition that applies more universally.</a:t>
            </a:r>
          </a:p>
        </p:txBody>
      </p:sp>
      <p:sp>
        <p:nvSpPr>
          <p:cNvPr id="4" name="Slide Number Placeholder 3">
            <a:extLst>
              <a:ext uri="{FF2B5EF4-FFF2-40B4-BE49-F238E27FC236}">
                <a16:creationId xmlns:a16="http://schemas.microsoft.com/office/drawing/2014/main" id="{8A0023DF-A634-DAF8-26BD-AB446D5458BB}"/>
              </a:ext>
            </a:extLst>
          </p:cNvPr>
          <p:cNvSpPr>
            <a:spLocks noGrp="1"/>
          </p:cNvSpPr>
          <p:nvPr>
            <p:ph type="sldNum" sz="quarter" idx="12"/>
          </p:nvPr>
        </p:nvSpPr>
        <p:spPr/>
        <p:txBody>
          <a:bodyPr/>
          <a:lstStyle/>
          <a:p>
            <a:fld id="{598E602A-D639-4E51-AE7A-DB066D3B4A2B}" type="slidenum">
              <a:rPr lang="en-US" smtClean="0"/>
              <a:t>5</a:t>
            </a:fld>
            <a:endParaRPr lang="en-US"/>
          </a:p>
        </p:txBody>
      </p:sp>
    </p:spTree>
    <p:extLst>
      <p:ext uri="{BB962C8B-B14F-4D97-AF65-F5344CB8AC3E}">
        <p14:creationId xmlns:p14="http://schemas.microsoft.com/office/powerpoint/2010/main" val="2511684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1D6C1-FC26-E9D2-F7BD-1055B47ADD0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06DA800-35FC-6F93-210B-AC5681E6037D}"/>
              </a:ext>
            </a:extLst>
          </p:cNvPr>
          <p:cNvSpPr>
            <a:spLocks noGrp="1"/>
          </p:cNvSpPr>
          <p:nvPr>
            <p:ph type="title"/>
          </p:nvPr>
        </p:nvSpPr>
        <p:spPr/>
        <p:txBody>
          <a:bodyPr/>
          <a:lstStyle/>
          <a:p>
            <a:r>
              <a:rPr lang="en-US" dirty="0"/>
              <a:t>Argument Map for </a:t>
            </a:r>
            <a:r>
              <a:rPr lang="en-US" dirty="0" err="1"/>
              <a:t>PEntecostal</a:t>
            </a:r>
            <a:r>
              <a:rPr lang="en-US" dirty="0"/>
              <a:t> Gospel</a:t>
            </a:r>
          </a:p>
        </p:txBody>
      </p:sp>
      <p:graphicFrame>
        <p:nvGraphicFramePr>
          <p:cNvPr id="4" name="Diagram 3">
            <a:extLst>
              <a:ext uri="{FF2B5EF4-FFF2-40B4-BE49-F238E27FC236}">
                <a16:creationId xmlns:a16="http://schemas.microsoft.com/office/drawing/2014/main" id="{F24AA01C-70A4-DA64-E893-09ACFA2E4B34}"/>
              </a:ext>
            </a:extLst>
          </p:cNvPr>
          <p:cNvGraphicFramePr/>
          <p:nvPr>
            <p:extLst>
              <p:ext uri="{D42A27DB-BD31-4B8C-83A1-F6EECF244321}">
                <p14:modId xmlns:p14="http://schemas.microsoft.com/office/powerpoint/2010/main" val="1394842302"/>
              </p:ext>
            </p:extLst>
          </p:nvPr>
        </p:nvGraphicFramePr>
        <p:xfrm>
          <a:off x="838201" y="1825625"/>
          <a:ext cx="10515599" cy="4312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4271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48F28-AAD1-2BE9-3D79-C8CECFCD1C7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29DCE8D-CEE0-7A32-2E50-9F9EDB130FB5}"/>
              </a:ext>
            </a:extLst>
          </p:cNvPr>
          <p:cNvSpPr>
            <a:spLocks noGrp="1"/>
          </p:cNvSpPr>
          <p:nvPr>
            <p:ph type="title"/>
          </p:nvPr>
        </p:nvSpPr>
        <p:spPr/>
        <p:txBody>
          <a:bodyPr/>
          <a:lstStyle/>
          <a:p>
            <a:r>
              <a:rPr lang="en-US" dirty="0"/>
              <a:t>Argument Map for Liberation Gospel</a:t>
            </a:r>
          </a:p>
        </p:txBody>
      </p:sp>
      <p:graphicFrame>
        <p:nvGraphicFramePr>
          <p:cNvPr id="4" name="Diagram 3">
            <a:extLst>
              <a:ext uri="{FF2B5EF4-FFF2-40B4-BE49-F238E27FC236}">
                <a16:creationId xmlns:a16="http://schemas.microsoft.com/office/drawing/2014/main" id="{9D76347D-8278-E59E-7515-18B0275921A6}"/>
              </a:ext>
            </a:extLst>
          </p:cNvPr>
          <p:cNvGraphicFramePr/>
          <p:nvPr>
            <p:extLst>
              <p:ext uri="{D42A27DB-BD31-4B8C-83A1-F6EECF244321}">
                <p14:modId xmlns:p14="http://schemas.microsoft.com/office/powerpoint/2010/main" val="230347576"/>
              </p:ext>
            </p:extLst>
          </p:nvPr>
        </p:nvGraphicFramePr>
        <p:xfrm>
          <a:off x="838201" y="1825625"/>
          <a:ext cx="10515599" cy="4312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8135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A17A5-B513-B28E-B43F-235F56DDB6D6}"/>
              </a:ext>
            </a:extLst>
          </p:cNvPr>
          <p:cNvSpPr>
            <a:spLocks noGrp="1"/>
          </p:cNvSpPr>
          <p:nvPr>
            <p:ph type="title"/>
          </p:nvPr>
        </p:nvSpPr>
        <p:spPr/>
        <p:txBody>
          <a:bodyPr/>
          <a:lstStyle/>
          <a:p>
            <a:r>
              <a:rPr lang="en-US" dirty="0"/>
              <a:t>INSIGHT ON DIFFERENCE IN METHODOLOGY</a:t>
            </a:r>
          </a:p>
        </p:txBody>
      </p:sp>
      <p:sp>
        <p:nvSpPr>
          <p:cNvPr id="3" name="Content Placeholder 2">
            <a:extLst>
              <a:ext uri="{FF2B5EF4-FFF2-40B4-BE49-F238E27FC236}">
                <a16:creationId xmlns:a16="http://schemas.microsoft.com/office/drawing/2014/main" id="{45A66F9B-EA2F-4194-6DDF-085687DA3D89}"/>
              </a:ext>
            </a:extLst>
          </p:cNvPr>
          <p:cNvSpPr>
            <a:spLocks noGrp="1"/>
          </p:cNvSpPr>
          <p:nvPr>
            <p:ph idx="1"/>
          </p:nvPr>
        </p:nvSpPr>
        <p:spPr/>
        <p:txBody>
          <a:bodyPr>
            <a:normAutofit fontScale="70000" lnSpcReduction="20000"/>
          </a:bodyPr>
          <a:lstStyle/>
          <a:p>
            <a:r>
              <a:rPr lang="en-US" dirty="0"/>
              <a:t>Author-oriented vs Reader-oriented</a:t>
            </a:r>
          </a:p>
          <a:p>
            <a:r>
              <a:rPr lang="en-US" dirty="0"/>
              <a:t>Conflict Harmonization: Prioritization vs Harmonization</a:t>
            </a:r>
          </a:p>
          <a:p>
            <a:r>
              <a:rPr lang="en-US" dirty="0"/>
              <a:t>Tradition</a:t>
            </a:r>
          </a:p>
          <a:p>
            <a:pPr lvl="1"/>
            <a:r>
              <a:rPr lang="en-US" dirty="0"/>
              <a:t>Different tradition has different starting point</a:t>
            </a:r>
          </a:p>
          <a:p>
            <a:pPr lvl="1"/>
            <a:r>
              <a:rPr lang="en-US" dirty="0"/>
              <a:t>But all have some strong influence by experience of founders in different degrees</a:t>
            </a:r>
          </a:p>
          <a:p>
            <a:pPr lvl="2"/>
            <a:r>
              <a:rPr lang="en-US" dirty="0"/>
              <a:t>C&amp;MA: A. B. Simpsons experience with physical healing</a:t>
            </a:r>
          </a:p>
          <a:p>
            <a:pPr lvl="2"/>
            <a:r>
              <a:rPr lang="en-US" dirty="0"/>
              <a:t>Wesleyan: Wesley’s dissatisfaction with the lack of impact that the Scriptures and church life were having on his contemporaries</a:t>
            </a:r>
          </a:p>
          <a:p>
            <a:pPr lvl="2"/>
            <a:r>
              <a:rPr lang="en-US" dirty="0"/>
              <a:t>Reform: Even Luther’s frustration with the Roman Catholic’s legalism</a:t>
            </a:r>
          </a:p>
          <a:p>
            <a:pPr lvl="1"/>
            <a:r>
              <a:rPr lang="en-US" dirty="0"/>
              <a:t>How tradition got weighed with other assumptions varies</a:t>
            </a:r>
          </a:p>
          <a:p>
            <a:pPr lvl="1"/>
            <a:endParaRPr lang="en-US" dirty="0"/>
          </a:p>
          <a:p>
            <a:pPr lvl="1"/>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2B010009-88FE-0DB8-74FD-2FA1664F12EC}"/>
              </a:ext>
            </a:extLst>
          </p:cNvPr>
          <p:cNvSpPr>
            <a:spLocks noGrp="1"/>
          </p:cNvSpPr>
          <p:nvPr>
            <p:ph type="sldNum" sz="quarter" idx="12"/>
          </p:nvPr>
        </p:nvSpPr>
        <p:spPr/>
        <p:txBody>
          <a:bodyPr/>
          <a:lstStyle/>
          <a:p>
            <a:fld id="{598E602A-D639-4E51-AE7A-DB066D3B4A2B}" type="slidenum">
              <a:rPr lang="en-US" smtClean="0"/>
              <a:t>8</a:t>
            </a:fld>
            <a:endParaRPr lang="en-US"/>
          </a:p>
        </p:txBody>
      </p:sp>
    </p:spTree>
    <p:extLst>
      <p:ext uri="{BB962C8B-B14F-4D97-AF65-F5344CB8AC3E}">
        <p14:creationId xmlns:p14="http://schemas.microsoft.com/office/powerpoint/2010/main" val="3698688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A0020-6A3F-18A4-C8A9-91BAC14158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76C27-E9BE-3370-2181-88B693E3B017}"/>
              </a:ext>
            </a:extLst>
          </p:cNvPr>
          <p:cNvSpPr>
            <a:spLocks noGrp="1"/>
          </p:cNvSpPr>
          <p:nvPr>
            <p:ph type="title"/>
          </p:nvPr>
        </p:nvSpPr>
        <p:spPr/>
        <p:txBody>
          <a:bodyPr/>
          <a:lstStyle/>
          <a:p>
            <a:r>
              <a:rPr lang="en-US" dirty="0"/>
              <a:t>INSIGHT ON DIFFERENCE IN METHODOLOGY</a:t>
            </a:r>
          </a:p>
        </p:txBody>
      </p:sp>
      <p:sp>
        <p:nvSpPr>
          <p:cNvPr id="3" name="Content Placeholder 2">
            <a:extLst>
              <a:ext uri="{FF2B5EF4-FFF2-40B4-BE49-F238E27FC236}">
                <a16:creationId xmlns:a16="http://schemas.microsoft.com/office/drawing/2014/main" id="{454B51F2-AEBF-0801-25A2-6DFB06EC147F}"/>
              </a:ext>
            </a:extLst>
          </p:cNvPr>
          <p:cNvSpPr>
            <a:spLocks noGrp="1"/>
          </p:cNvSpPr>
          <p:nvPr>
            <p:ph idx="1"/>
          </p:nvPr>
        </p:nvSpPr>
        <p:spPr/>
        <p:txBody>
          <a:bodyPr>
            <a:normAutofit fontScale="92500" lnSpcReduction="20000"/>
          </a:bodyPr>
          <a:lstStyle/>
          <a:p>
            <a:r>
              <a:rPr lang="en-US" dirty="0"/>
              <a:t>Experience</a:t>
            </a:r>
          </a:p>
          <a:p>
            <a:pPr lvl="1"/>
            <a:r>
              <a:rPr lang="en-US" dirty="0"/>
              <a:t>Can be viewed as tradition at its infancy, </a:t>
            </a:r>
          </a:p>
          <a:p>
            <a:pPr lvl="1"/>
            <a:r>
              <a:rPr lang="en-US" dirty="0"/>
              <a:t> generally more recent as harmonization with other sources is not completely worked out</a:t>
            </a:r>
          </a:p>
          <a:p>
            <a:pPr lvl="1"/>
            <a:r>
              <a:rPr lang="en-US" dirty="0"/>
              <a:t>Can be</a:t>
            </a:r>
          </a:p>
          <a:p>
            <a:pPr lvl="2"/>
            <a:r>
              <a:rPr lang="en-US" dirty="0"/>
              <a:t>collectively by a community interpreted by influencer(s) within the group</a:t>
            </a:r>
          </a:p>
          <a:p>
            <a:pPr lvl="2"/>
            <a:r>
              <a:rPr lang="en-US" dirty="0"/>
              <a:t>Personally by an individuals, and interpreted by individuals</a:t>
            </a:r>
          </a:p>
          <a:p>
            <a:pPr lvl="1"/>
            <a:r>
              <a:rPr lang="en-US" dirty="0"/>
              <a:t>Can be emotionally charged</a:t>
            </a:r>
          </a:p>
        </p:txBody>
      </p:sp>
      <p:sp>
        <p:nvSpPr>
          <p:cNvPr id="4" name="Slide Number Placeholder 3">
            <a:extLst>
              <a:ext uri="{FF2B5EF4-FFF2-40B4-BE49-F238E27FC236}">
                <a16:creationId xmlns:a16="http://schemas.microsoft.com/office/drawing/2014/main" id="{306463CC-1719-9C67-1561-0E36E79FC3BE}"/>
              </a:ext>
            </a:extLst>
          </p:cNvPr>
          <p:cNvSpPr>
            <a:spLocks noGrp="1"/>
          </p:cNvSpPr>
          <p:nvPr>
            <p:ph type="sldNum" sz="quarter" idx="12"/>
          </p:nvPr>
        </p:nvSpPr>
        <p:spPr/>
        <p:txBody>
          <a:bodyPr/>
          <a:lstStyle/>
          <a:p>
            <a:fld id="{598E602A-D639-4E51-AE7A-DB066D3B4A2B}" type="slidenum">
              <a:rPr lang="en-US" smtClean="0"/>
              <a:t>9</a:t>
            </a:fld>
            <a:endParaRPr lang="en-US"/>
          </a:p>
        </p:txBody>
      </p:sp>
    </p:spTree>
    <p:extLst>
      <p:ext uri="{BB962C8B-B14F-4D97-AF65-F5344CB8AC3E}">
        <p14:creationId xmlns:p14="http://schemas.microsoft.com/office/powerpoint/2010/main" val="1008412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226EF-0484-C703-FFC9-8226FFCFF6F4}"/>
              </a:ext>
            </a:extLst>
          </p:cNvPr>
          <p:cNvSpPr>
            <a:spLocks noGrp="1"/>
          </p:cNvSpPr>
          <p:nvPr>
            <p:ph type="title"/>
          </p:nvPr>
        </p:nvSpPr>
        <p:spPr/>
        <p:txBody>
          <a:bodyPr/>
          <a:lstStyle/>
          <a:p>
            <a:r>
              <a:rPr lang="en-US" dirty="0"/>
              <a:t>Challenges</a:t>
            </a:r>
          </a:p>
        </p:txBody>
      </p:sp>
      <p:sp>
        <p:nvSpPr>
          <p:cNvPr id="3" name="Content Placeholder 2">
            <a:extLst>
              <a:ext uri="{FF2B5EF4-FFF2-40B4-BE49-F238E27FC236}">
                <a16:creationId xmlns:a16="http://schemas.microsoft.com/office/drawing/2014/main" id="{94D13435-D016-5CE6-F34A-D4C3083BCE5B}"/>
              </a:ext>
            </a:extLst>
          </p:cNvPr>
          <p:cNvSpPr>
            <a:spLocks noGrp="1"/>
          </p:cNvSpPr>
          <p:nvPr>
            <p:ph idx="1"/>
          </p:nvPr>
        </p:nvSpPr>
        <p:spPr/>
        <p:txBody>
          <a:bodyPr>
            <a:normAutofit/>
          </a:bodyPr>
          <a:lstStyle/>
          <a:p>
            <a:r>
              <a:rPr lang="en-US" dirty="0"/>
              <a:t>Definition of terms are not consistent</a:t>
            </a:r>
          </a:p>
          <a:p>
            <a:pPr lvl="1"/>
            <a:r>
              <a:rPr lang="en-US" dirty="0"/>
              <a:t>For </a:t>
            </a:r>
            <a:r>
              <a:rPr lang="en-US" dirty="0" err="1"/>
              <a:t>Mcknight</a:t>
            </a:r>
            <a:r>
              <a:rPr lang="en-US" dirty="0"/>
              <a:t>, Messiah is King(37)</a:t>
            </a:r>
          </a:p>
          <a:p>
            <a:pPr lvl="1"/>
            <a:r>
              <a:rPr lang="en-US" dirty="0"/>
              <a:t>For Julie Ma, Messiah is closer to Jesus, and emphasis spirit empowerment(166)</a:t>
            </a:r>
          </a:p>
          <a:p>
            <a:r>
              <a:rPr lang="en-US" dirty="0"/>
              <a:t>Rhetoric is powerful, but when inconsistent with suggested evidence, might cloud objectivity</a:t>
            </a:r>
          </a:p>
        </p:txBody>
      </p:sp>
      <p:sp>
        <p:nvSpPr>
          <p:cNvPr id="4" name="Slide Number Placeholder 3">
            <a:extLst>
              <a:ext uri="{FF2B5EF4-FFF2-40B4-BE49-F238E27FC236}">
                <a16:creationId xmlns:a16="http://schemas.microsoft.com/office/drawing/2014/main" id="{CB9E2175-DA6C-7456-156F-9758ACD81541}"/>
              </a:ext>
            </a:extLst>
          </p:cNvPr>
          <p:cNvSpPr>
            <a:spLocks noGrp="1"/>
          </p:cNvSpPr>
          <p:nvPr>
            <p:ph type="sldNum" sz="quarter" idx="12"/>
          </p:nvPr>
        </p:nvSpPr>
        <p:spPr/>
        <p:txBody>
          <a:bodyPr/>
          <a:lstStyle/>
          <a:p>
            <a:fld id="{598E602A-D639-4E51-AE7A-DB066D3B4A2B}" type="slidenum">
              <a:rPr lang="en-US" smtClean="0"/>
              <a:t>10</a:t>
            </a:fld>
            <a:endParaRPr lang="en-US"/>
          </a:p>
        </p:txBody>
      </p:sp>
    </p:spTree>
    <p:extLst>
      <p:ext uri="{BB962C8B-B14F-4D97-AF65-F5344CB8AC3E}">
        <p14:creationId xmlns:p14="http://schemas.microsoft.com/office/powerpoint/2010/main" val="30791275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ustom 2">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FFFF00"/>
      </a:hlink>
      <a:folHlink>
        <a:srgbClr val="92D050"/>
      </a:folHlink>
    </a:clrScheme>
    <a:fontScheme name="Custom 3">
      <a:majorFont>
        <a:latin typeface="Calibri Light"/>
        <a:ea typeface="KaiTi"/>
        <a:cs typeface=""/>
      </a:majorFont>
      <a:minorFont>
        <a:latin typeface="Calibri"/>
        <a:ea typeface="KaiTi"/>
        <a:cs typeface=""/>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645426CC3C3348B900E57479C898EF" ma:contentTypeVersion="15" ma:contentTypeDescription="Create a new document." ma:contentTypeScope="" ma:versionID="4bc64779f88d1d78707623c1e29ebd00">
  <xsd:schema xmlns:xsd="http://www.w3.org/2001/XMLSchema" xmlns:xs="http://www.w3.org/2001/XMLSchema" xmlns:p="http://schemas.microsoft.com/office/2006/metadata/properties" xmlns:ns3="cc328e4a-acc5-4db9-8edf-03a7e14d7082" xmlns:ns4="5a361508-a8bd-49ac-aae1-a5acde08ec86" targetNamespace="http://schemas.microsoft.com/office/2006/metadata/properties" ma:root="true" ma:fieldsID="3d4d223e92318e0d0dc86e292859e212" ns3:_="" ns4:_="">
    <xsd:import namespace="cc328e4a-acc5-4db9-8edf-03a7e14d7082"/>
    <xsd:import namespace="5a361508-a8bd-49ac-aae1-a5acde08ec8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328e4a-acc5-4db9-8edf-03a7e14d70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a361508-a8bd-49ac-aae1-a5acde08ec8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cc328e4a-acc5-4db9-8edf-03a7e14d708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68CD85B-F839-4F4F-A8A4-47102501B797}">
  <ds:schemaRefs>
    <ds:schemaRef ds:uri="http://schemas.microsoft.com/office/2006/metadata/contentType"/>
    <ds:schemaRef ds:uri="http://schemas.microsoft.com/office/2006/metadata/properties/metaAttributes"/>
    <ds:schemaRef ds:uri="http://www.w3.org/2000/xmlns/"/>
    <ds:schemaRef ds:uri="http://www.w3.org/2001/XMLSchema"/>
    <ds:schemaRef ds:uri="cc328e4a-acc5-4db9-8edf-03a7e14d7082"/>
    <ds:schemaRef ds:uri="5a361508-a8bd-49ac-aae1-a5acde08ec86"/>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F4B5514-C2B0-415F-9108-B3264F87DDF2}">
  <ds:schemaRefs>
    <ds:schemaRef ds:uri="http://schemas.microsoft.com/office/2006/metadata/properties"/>
    <ds:schemaRef ds:uri="http://www.w3.org/2000/xmlns/"/>
    <ds:schemaRef ds:uri="cc328e4a-acc5-4db9-8edf-03a7e14d7082"/>
    <ds:schemaRef ds:uri="http://www.w3.org/2001/XMLSchema-instance"/>
    <ds:schemaRef ds:uri="http://schemas.microsoft.com/office/infopath/2007/PartnerControls"/>
  </ds:schemaRefs>
</ds:datastoreItem>
</file>

<file path=customXml/itemProps3.xml><?xml version="1.0" encoding="utf-8"?>
<ds:datastoreItem xmlns:ds="http://schemas.openxmlformats.org/officeDocument/2006/customXml" ds:itemID="{8044CA59-19DA-4472-821C-352737C499D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TM03457452[[fn=Celestial]]</Template>
  <TotalTime>591</TotalTime>
  <Words>2176</Words>
  <Application>Microsoft Office PowerPoint</Application>
  <PresentationFormat>Widescreen</PresentationFormat>
  <Paragraphs>84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KaiTi</vt:lpstr>
      <vt:lpstr>Arial</vt:lpstr>
      <vt:lpstr>Calibri</vt:lpstr>
      <vt:lpstr>Calibri Light</vt:lpstr>
      <vt:lpstr>Celestial</vt:lpstr>
      <vt:lpstr>Argument Map for King Jesus Gospel</vt:lpstr>
      <vt:lpstr>Argument Map for REFORMATION Gospel</vt:lpstr>
      <vt:lpstr>Suggestion why conclusion is different</vt:lpstr>
      <vt:lpstr>Argument Map for Wesleyan Gospel</vt:lpstr>
      <vt:lpstr>Notes on Wesleyan Gospel</vt:lpstr>
      <vt:lpstr>Argument Map for PEntecostal Gospel</vt:lpstr>
      <vt:lpstr>Argument Map for Liberation Gospel</vt:lpstr>
      <vt:lpstr>INSIGHT ON DIFFERENCE IN METHODOLOGY</vt:lpstr>
      <vt:lpstr>INSIGHT ON DIFFERENCE IN METHODOLOGY</vt:lpstr>
      <vt:lpstr>Challenges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none</dc:title>
  <dc:creator>Simon Pang (sspang)</dc:creator>
  <cp:lastModifiedBy>Simon Pang</cp:lastModifiedBy>
  <cp:revision>3</cp:revision>
  <cp:lastPrinted>2023-09-03T16:09:57Z</cp:lastPrinted>
  <dcterms:created xsi:type="dcterms:W3CDTF">2020-04-05T19:12:09Z</dcterms:created>
  <dcterms:modified xsi:type="dcterms:W3CDTF">2026-08-13T18:16:02Z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0x0101008E645426CC3C3348B900E57479C898EF</vt:lpwstr>
  </property>
  <property fmtid="{D5CDD505-2E9C-101B-9397-08002B2CF9AE}" pid="3" name="MSIP_Label_a189e4fd-a2fa-47bf-9b21-17f706ee2968_Enabled">
    <vt:lpwstr>true</vt:lpwstr>
  </property>
  <property fmtid="{D5CDD505-2E9C-101B-9397-08002B2CF9AE}" pid="4" name="MSIP_Label_a189e4fd-a2fa-47bf-9b21-17f706ee2968_SetDate">
    <vt:lpwstr>2025-03-31T03:42:53Z</vt:lpwstr>
  </property>
  <property fmtid="{D5CDD505-2E9C-101B-9397-08002B2CF9AE}" pid="5" name="MSIP_Label_a189e4fd-a2fa-47bf-9b21-17f706ee2968_Method">
    <vt:lpwstr>Privileged</vt:lpwstr>
  </property>
  <property fmtid="{D5CDD505-2E9C-101B-9397-08002B2CF9AE}" pid="6" name="MSIP_Label_a189e4fd-a2fa-47bf-9b21-17f706ee2968_Name">
    <vt:lpwstr>Cisco Public Label</vt:lpwstr>
  </property>
  <property fmtid="{D5CDD505-2E9C-101B-9397-08002B2CF9AE}" pid="7" name="MSIP_Label_a189e4fd-a2fa-47bf-9b21-17f706ee2968_SiteId">
    <vt:lpwstr>5ae1af62-9505-4097-a69a-c1553ef7840e</vt:lpwstr>
  </property>
  <property fmtid="{D5CDD505-2E9C-101B-9397-08002B2CF9AE}" pid="8" name="MSIP_Label_a189e4fd-a2fa-47bf-9b21-17f706ee2968_ActionId">
    <vt:lpwstr>3c59f703-2ea9-4e36-9665-46729f67e8aa</vt:lpwstr>
  </property>
  <property fmtid="{D5CDD505-2E9C-101B-9397-08002B2CF9AE}" pid="9" name="MSIP_Label_a189e4fd-a2fa-47bf-9b21-17f706ee2968_ContentBits">
    <vt:lpwstr>2</vt:lpwstr>
  </property>
  <property fmtid="{D5CDD505-2E9C-101B-9397-08002B2CF9AE}" pid="10" name="MSIP_Label_a189e4fd-a2fa-47bf-9b21-17f706ee2968_Tag">
    <vt:lpwstr>10, 0, 1, 1</vt:lpwstr>
  </property>
  <property fmtid="{D5CDD505-2E9C-101B-9397-08002B2CF9AE}" pid="11" name="ClassificationContentMarkingFooterLocations">
    <vt:lpwstr>Office Theme:10</vt:lpwstr>
  </property>
  <property fmtid="{D5CDD505-2E9C-101B-9397-08002B2CF9AE}" pid="12" name="ClassificationContentMarkingFooterText">
    <vt:lpwstr>-</vt:lpwstr>
  </property>
</Properties>
</file>